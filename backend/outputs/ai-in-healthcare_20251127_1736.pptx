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Transforming Patient Outcomes and Operational Efficiency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Significance of AI in modern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Potential to enhance patient 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Driving innovation in medical practices.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is accelerating.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in the market.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Government initiatives supporting AI.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Healthcare institutions adopting AI tools.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in healthcare market projected to reach $45.2 billion by 2026.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Estimated compound annual growth rate (CAGR) of 42%.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Increasing investments in AI healthcare startups.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Expanding applications in diagnostics and treatment.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Benefits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Improved diagnostic accuracy by 15-20%.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Personalized treatment plans through predictive analytics.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Efficiency in administrative tasks.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patient engagement levels by up to 30%.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Trends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use of AI in clinical settings.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of AI with telemedicine services.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Development of ethical AI practices.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trends in AI healthcare.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concerns regarding patient information.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Resistance from healthcare professionals.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Need for high-quality data for AI model training.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Complex regulatory environment.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Advancements in precision medicine.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Cost reduction through AI efficiencies.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Innovation potential in medical research.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telehealth accessibility.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in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assists in early disease detection.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Role in medical imaging and pathology.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Case studies demonstrating improved outcomes.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AI-driven diagnostic tools gaining traction.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in Treatment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Data-driven patient insights.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Adjusting treatment plans in real-time.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on chronic disease management.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Case studies of successful personalized treatments.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in Administrative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Reduction of administrative burdens.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Streamlined operations for healthcare providers.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scheduling and patient management.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Impact on healthcare costs.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Expected growth of AI applications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technologies reshaping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 for the next five years.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Investment patterns in AI technologies.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presents vast opportunities in healthcare.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Addressing challenges is critical for success.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Continued investment essential for growth.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of healthcare will be significantly shaped by AI.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set to redefine healthcare delivery.</a:t>
            </a:r>
          </a:p>
          <a:p>
            <a:pPr>
              <a:defRPr sz="2200">
                <a:solidFill>
                  <a:srgbClr val="F0F0F0"/>
                </a:solidFill>
                <a:latin typeface="Arial"/>
              </a:defRPr>
            </a:pPr>
            <a:r>
              <a:t>• Stakeholder collaboration is essential for maximizing benefits.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12112632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4552" cy="693953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