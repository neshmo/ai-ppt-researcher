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4800">
                <a:solidFill>
                  <a:srgbClr val="F472B6"/>
                </a:solidFill>
                <a:latin typeface="Inter"/>
              </a:defRPr>
            </a:pPr>
            <a:r>
              <a:t>The Future of Indian Cricket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F472B6"/>
                </a:solidFill>
                <a:latin typeface="Inter"/>
              </a:defRPr>
            </a:pPr>
            <a:r>
              <a:t>Strategies for Growth and Innovation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Overview of Indian Cricket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Promising future driven by youth talent.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Increasing global reach via IPL.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Enhanced infrastructure supporting performance.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Challenges in maintaining consistency.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Current Trends in Cricket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Rise of digital platforms for fan engagement.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Focus on mental health and player well-being.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Partnerships with international teams.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Emerging cricketing nations as competitors.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Market Size and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Market size growth from 2020-2022.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Projected growth trends for next 3 years.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Youth academy investments to boost talent.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Increased viewership by 25% over last 3 years.</a:t>
            </a: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Key players and their market shares.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Competitor strengths and weaknesses.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Emerging players affecting market dynamics.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Collaboration opportunities in the market.</a:t>
            </a: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Statistical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Average age of debuted players at 24.5.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Youth academy spending of $50 million in 2022.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Viewership increase impacting revenue streams.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Growth potential in untapped markets.</a:t>
            </a: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Key Challenges Ahead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Performance pressure in high-stakes tournaments.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Board management conflicts with player relationships.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Commercialization impacting player dynamics.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Off-field issues requiring strategic management.</a:t>
            </a: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Opportunities for the Future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Expanding into international cricket markets.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Leveraging technology for performance analytics.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Engaging fans through AR and VR experiences.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Building a rich talent pipeline through academies.</a:t>
            </a: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Recommendations for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Invest in grassroots talent development.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Enhance international partnerships for experience.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Focus on mental health programs for players.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Allocate more budget to youth academies.</a:t>
            </a: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Action Plan Forward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Budget allocation of $75 million by 2024.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Collaborations with top international academies.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Regular mental health training and workshops.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Diverse training methodologies for player development.</a:t>
            </a: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Technological Advancements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Utilizing analytics for performance improvement.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Digital platforms for better fan interaction.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Virtual reality training for player engagement.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Automation in coaching processes.</a:t>
            </a: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Monitoring Market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Regular analysis of viewer engagement metrics.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Adapt strategies based on viewer preferences.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Monitor rising competition and innovation.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Adjust partnerships for global relevance.</a:t>
            </a:r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Future Projections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Expected growth rates for the next 3 years.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Trends driving cricket commercialization.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Market share distribution across key players.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Long-term vision for Indian cricket globally.</a:t>
            </a:r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Investing in youth development is essential for sustainability.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Embracing technology and international collaborations will enhance competitiveness.</a:t>
            </a:r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Market Size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11094415" cy="5029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rt_market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975" y="1417320"/>
            <a:ext cx="7873744" cy="484632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Market Share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11094415" cy="5029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rt_marke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9733" y="1417320"/>
            <a:ext cx="4612228" cy="484632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Growth Projection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11094415" cy="5029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rt_growth_proj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975" y="1417320"/>
            <a:ext cx="7873744" cy="484632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