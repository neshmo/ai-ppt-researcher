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38BDF8"/>
                </a:solidFill>
                <a:latin typeface="Inter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Unlocking Opportunities in a Rapidly Growing Sector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AI market experiencing rapid growth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Driven by advancements in AI technologies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Increasing demand for data analysis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Investment from public and private sectors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Statistics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Market growth rate: 25% CAGR (2023-2028)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$1 billion invested in AI startups (2022)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Over 500 AI startups operational in India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Significant growth inAI adoption across sectors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Increased focus on ethical AI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Rise of AI-powered chatbots in customer service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Integration of AI in traditional research methodologies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Growth of virtual assistants in various sectors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Challenges in the 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Shortage of skilled AI professionals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Data security and privacy concerns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Regulatory hurdles hindering innovation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Limited awareness of AI applications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for Growth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Expanding market for AI solutions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Public-private partnerships for enhanced R&amp;D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Global collaboration in AI research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Increased demand in rural sectors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Competitor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Competitor A: Strengths and market share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Competitor B: Key offerings in AI space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Emerging startups challenge established players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Collaboration opportunities with universities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Investment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Investment trends in AI startups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Growth in private equity and venture capital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Impact of government funding on R&amp;D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Collaboration with international investors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Customer Segmentation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Identifying key customer segments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Understanding customer needs in healthcare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Tailoring AI solutions to finance sector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Educational institutions adopting AI research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Technological Advancements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Impact of machine learning on AI solutions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Innovations in natural language processing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Integration of AI with IoT technologies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Future trends in AI technology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Regulatory Environment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Current AI regulations in India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Impact of GDPR on AI operations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Compliance challenges for startups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Future of AI regulation in India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Ethics in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Growing emphasis on ethical AI practices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Data privacy as a paramount concern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Frameworks for responsible AI usage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Public perception and trust in AI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Future Market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Growth projections for AI market until 2026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Potential market size estimates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Key drivers of future growth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Impact of technological innovations on market dynamics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AI Research Agent market presents numerous opportunities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Strategic actions can address challenges and foster growth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786275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