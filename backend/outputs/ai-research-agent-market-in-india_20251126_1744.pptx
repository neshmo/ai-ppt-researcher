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Research Agent Market in India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and Strategic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Growing demand for AI solutions in various sectors.</a:t>
            </a:r>
          </a:p>
          <a:p>
            <a:pPr>
              <a:defRPr sz="1800"/>
            </a:pPr>
            <a:r>
              <a:t>Emerging startups and established firms increasing competition.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Increased investment in AI research and development.</a:t>
            </a:r>
          </a:p>
          <a:p>
            <a:pPr>
              <a:defRPr sz="1800"/>
            </a:pPr>
            <a:r>
              <a:t>Collaboration between tech firms and academic institutions.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Talent shortage in AI research and data science fields.</a:t>
            </a:r>
          </a:p>
          <a:p>
            <a:pPr>
              <a:defRPr sz="1800"/>
            </a:pPr>
            <a:r>
              <a:t>Regulatory hurdles impacting innovation and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Expansion of AI applications in healthcare and agriculture.</a:t>
            </a:r>
          </a:p>
          <a:p>
            <a:pPr>
              <a:defRPr sz="1800"/>
            </a:pPr>
            <a:r>
              <a:t>Potential for government incentives to boost AI startups.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Invest in talent development and training programs.</a:t>
            </a:r>
          </a:p>
          <a:p>
            <a:pPr>
              <a:defRPr sz="1800"/>
            </a:pPr>
            <a:r>
              <a:t>Foster partnerships between the private and public sectors.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AI research agent market in India presents significant growth potential.</a:t>
            </a:r>
          </a:p>
          <a:p>
            <a:pPr>
              <a:defRPr sz="1800"/>
            </a:pPr>
            <a:r>
              <a:t>Strategic investments and collaborations are essential for success.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