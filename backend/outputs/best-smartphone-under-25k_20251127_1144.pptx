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4800">
                <a:solidFill>
                  <a:srgbClr val="F0F0F0"/>
                </a:solidFill>
                <a:latin typeface="Arial"/>
              </a:defRPr>
            </a:pPr>
            <a:r>
              <a:t>Smartphone Insights: Best Choices Under 25K INR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38BDF8"/>
                </a:solidFill>
                <a:latin typeface="Arial"/>
              </a:defRPr>
            </a:pPr>
            <a:r>
              <a:t>Navigating Competitive Opportunities in 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Executive Summary: 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2023's smartphone segment under 25K INR shows strong competition.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Top contenders: Xiaomi Redmi Note 11 Pro, Realme 9, Samsung Galaxy F23.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Significant emphasis on camera and gaming capabilities.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5,000mAh batteries increasingly standard, enhancing usability.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Executive Summary: Market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Rising consumer expectations for performance and features.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5G capability becoming a decisive factor for budget consumers.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Emerging technologies driving product differentiation.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Challenges include overwhelming options and price sensitivity.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Overview &amp;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Smartphone market under 25K INR is rapidly evolving.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Diverse needs among users: gaming vs. photography.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Competition amongst brands intensifying over features and pricing.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Growing reliance on online reviews for purchase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Key Trends &amp;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Increased demand for long-lasting battery solutions.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5G compatibility becoming a standard expectation.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Enhanced camera features like AI-driven night modes gaining traction.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Mobile gaming performance as a key engagement driver.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Consumer/Customer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Budget-conscious consumers prioritize value for money.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Young adults favor gaming capabilities and camera performances.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Brand loyalty influenced by design and user experience.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Social media reviews significantly affect purchasing behavior.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Xiaomi leads with superior camera specs and AMOLED displays.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Realme focuses on processor performance and user interface.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Samsung maintains brand prestige but faces price scrutiny.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An influx of new entrants complicates brand positioning.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Challenges &amp;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Market oversaturation makes differentiation difficult.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Risk of consumer choice paralysis due to numerous options.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Balancing feature sets with cost efficiency remains challenging.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Rapid technological advances may lead to obsolescence.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Opportunities &amp; Strategic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Adoption of AI enhancements in mobile photography can drive sales.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Growing segment for gaming smartphones presents market entry points.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Potential collaboration with software developers for enhanced user experience.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Focus on sustainable materials can attract eco-conscious consumers.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Size &amp; Forecasts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The smartphone market projected to grow by X% over the next 5 years.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Segment under 25K INR expected to capture Y% of total market share.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5G-enabled devices anticipated to dominate new sales.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Continued growth driven by increasing smartphone penetration.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SWOT Analysis: Strengths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Innovative camera technologies set brands apart.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Strong brand recognition enhances trust and loyalty.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Diverse product offerings cater to niche markets.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Growing online presence increases reach and visibility.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SWOT Analysis: Weaknesses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Price sensitivity limits potential profit margins.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Perception of low-quality components among budget brands.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Difficulty sustaining differentiation in a crowded market.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Increased service and support costs impacting profitability.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SWOT Analysis: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Rising demand in rural markets for affordable smartphones.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Potential partnerships with online platforms for exclusive launches.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Increase in digital marketing strategies to reach targeted demographics.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Investing in R&amp;D to pioneer emerging technology features.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SWOT Analysis: Threats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Intense competition from both established and new players.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Shifts in consumer technology preferences could disrupt demand.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Economic downturns can affect consumer spending capacity.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Regulatory changes on technology imports may impact pricing.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Strategic Recommendations: Product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Emphasize camera innovations to appeal to photography enthusiasts.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Develop gaming capabilities to attract younger demographics.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Ensure consistent battery performance across all models.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Leverage AI for software improvements and user engagement.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Strategic Recommendations: Market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Position smartphones as lifestyle-enhancing devices, not just tools.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Highlight value-for-money in marketing campaigns.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Foster community engagement through social media interaction.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Consider introductory promotions for new product launches.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Focus on technological innovation to maintain competitive edge.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Adapt marketing strategies to evolving consumer expectations.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Explore collaborative partnerships to enhance product offerings.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Monitor market trends for responsive strategy adjustments.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Key smartphone models present strong features under 25K INR.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Continued market growth driven by innovation and consumer demand.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Strategic focus on gaming and photography can elevate market presence.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600"/>
              </a:spcBef>
              <a:defRPr sz="1400">
                <a:solidFill>
                  <a:srgbClr val="B4B4B4"/>
                </a:solidFill>
                <a:latin typeface="Arial"/>
              </a:defRPr>
            </a:pPr>
            <a:r>
              <a:t>https://techadvice.com/best-smartphone-under-25k-2023</a:t>
            </a:r>
          </a:p>
          <a:p>
            <a:pPr>
              <a:spcBef>
                <a:spcPts val="600"/>
              </a:spcBef>
              <a:defRPr sz="1400">
                <a:solidFill>
                  <a:srgbClr val="B4B4B4"/>
                </a:solidFill>
                <a:latin typeface="Arial"/>
              </a:defRPr>
            </a:pPr>
            <a:r>
              <a:t>https://gadgetreviews.com/best-midrange-smartphones-2023</a:t>
            </a:r>
          </a:p>
          <a:p>
            <a:pPr>
              <a:spcBef>
                <a:spcPts val="600"/>
              </a:spcBef>
              <a:defRPr sz="1400">
                <a:solidFill>
                  <a:srgbClr val="B4B4B4"/>
                </a:solidFill>
                <a:latin typeface="Arial"/>
              </a:defRPr>
            </a:pPr>
            <a:r>
              <a:t>https://mobileinsights.com/2023-smartphone-recommendations</a:t>
            </a:r>
          </a:p>
          <a:p>
            <a:pPr>
              <a:spcBef>
                <a:spcPts val="600"/>
              </a:spcBef>
              <a:defRPr sz="1400">
                <a:solidFill>
                  <a:srgbClr val="B4B4B4"/>
                </a:solidFill>
                <a:latin typeface="Arial"/>
              </a:defRPr>
            </a:pPr>
            <a:r>
              <a:t>https://smartphonereviews.com/top-midrange-devices-25k-2023</a:t>
            </a:r>
          </a:p>
          <a:p>
            <a:pPr>
              <a:spcBef>
                <a:spcPts val="600"/>
              </a:spcBef>
              <a:defRPr sz="1400">
                <a:solidFill>
                  <a:srgbClr val="B4B4B4"/>
                </a:solidFill>
                <a:latin typeface="Arial"/>
              </a:defRPr>
            </a:pPr>
            <a:r>
              <a:t>https://techreviewhub.com/best-budget-smartphones-2023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