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Transforming the Future of Medicine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Introduction to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AI technology in medical applications.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AI in diagnosing and treating patients.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trends in the AI healthcare sector.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players in the AI healthcare market.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Market Size and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Global AI in healthcare market projected to reach $36.1 billion by 2025.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CAGR of 40% expected from 2021 to 2025.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Significant investments from tech companies and healthcare organizations.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trends driving the adoption of AI solutions.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Benefits of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Improved diagnostic accuracy by up to 20%.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operational efficiency by 30% in AI-integrated hospitals.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Enhanced patient engagement through personalized treatment.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Reduced administrative burdens through automation.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Trends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Rise of telemedicine incorporating AI tools.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in electronic health records (EHR).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predictive analytics for proactive care.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Usage of natural language processing for patient interactions.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Facing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and security concerns critical to patient safety.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with existing healthcare systems poses technical hurdles.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effective training of healthcare professionals.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Resistance to change among traditional medical practices.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for Healthcare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Optimize resource allocation to reduce costs.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 research capabilities in drug discovery.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with tech companies to innovate healthcare solutions.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Transforming clinical decision-making processes.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Case Studies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Successful implementations in diagnostic imaging.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Reduction of hospital readmission rates through predictive analytics.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Telehealth systems using AI for remote monitoring.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Noteworthy successes in personalized medicine initiatives.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Regulatory Landscape of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FDA regulations for AI technologies.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Compliance requirements for AI developers.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regulations expected to support safe AI deployment.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ethical considerations in AI algorithms.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 of Major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Company A: 40% market share.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Company B: 30% market share.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startups disrupting industry norms.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Partnerships and collaborations among key players.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Strengths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Competitor A: 80% strength based on innovation.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Competitor B: 65% strength tied to market reach.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Strategies for maintaining competitive advantage.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Responses to emerging market trends.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Projections for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projection of $20 billion by 2024.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AI integration expected in daily healthcare activities.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for disruptive innovations in patient care.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Long-term benchmarks for success measurement.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Investment Trends in AI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Venture capital influx into AI startups.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Public and private funding sources supporting AI technology.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focus areas for future growth.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ROI analysis for AI implementation in healthcare settings.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 and 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innovations are key to healthcare evolution.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Urgent need for collaboration between tech and healthcare sectors.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Proactive approach necessary to overcome obstacles.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in AI is essential for future global health improvements.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is poised to revolutionize the healthcare landscape.</a:t>
            </a:r>
          </a:p>
          <a:p>
            <a:pPr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partnerships and investments will drive advancements.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121126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