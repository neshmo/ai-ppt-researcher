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472B6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Trends, Opportunities, and Growth Forecast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Rapid growth in the AI research agent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Increasing investments driving market dynamics.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Diverse applications from data analysis to automation.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 between sectors enhancing development.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Current 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Market estimated at $12 billion in 2023.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Significant year-over-year growth observed.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CAGR projected at 25% over the next 5 years.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Strong demand across various industries.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Drivers of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Investments from tech giants boost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Growing startup ecosystem focusing on AI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Increased governmental support and funding.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Rising demand for automation and analytics.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Investment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$500 million invested in AI research last year.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Funding for startups focusing on AI research applications.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Increased venture capital interest.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Collaborations with academic institutions on research.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Emerging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ethical AI and responsible development.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Integration of AI tools in traditional methodologies.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Demand for AI solutions in healthcare and finance.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Consumer interest in personalized research services.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in the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Talent shortage in AI research domain.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Lack of standardized regulations for AI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Data privacy concerns impacting deployment.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Difficulty in translating research into actionable insights.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in AI Research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Government grants available for AI projects.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Partnerships between tech firms and academia.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Growing market for AI-driven analytics.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Innovation in machine learning applications.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Company A holds 40%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Company B has 30%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Remaining 30% distributed among smaller players.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Emerging competitors increasing market competition.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Competitor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A rated at 80 on strength metrics.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B rated at 65 on strength metrics.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Importance of strategic positioning in competitive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Continuous innovation required to maintain advantage.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Market expected to grow to $18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Projected to increase to $22 billion by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areas include automation and data analytics.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Forecast based on current investment trends.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Industry Collaboration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 between academia and private sector.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Joint research initiatives leading to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Importance of partnership networks for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Shared resources for better research outcomes.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Customer Demands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Increasing demand for AI-driven insights.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Interest in automation across various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Need for personalized user experiences.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Rising adoption of AI in decision-making processes.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AI research agent market poised for rapid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Strategic investments and collaborations essential.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ethical practices remains crucial.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Innovative solutions will lead future developments.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Embrace technological advancements for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Leverage government support for strategic initiatives.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