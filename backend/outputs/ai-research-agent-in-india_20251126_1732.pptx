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Research Agent in India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Exploring Opportunities and Challenges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Diverse user base for AI technologies in India.</a:t>
            </a:r>
          </a:p>
          <a:p>
            <a:pPr>
              <a:defRPr sz="1800"/>
            </a:pPr>
            <a:r>
              <a:t>Expansion of AI services by global companies such as OpenAI and Google.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Increased investments in AI technology.</a:t>
            </a:r>
          </a:p>
          <a:p>
            <a:pPr>
              <a:defRPr sz="1800"/>
            </a:pPr>
            <a:r>
              <a:t>Growing interest from tech giants in India-focused AI applications.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Water challenges for data centers affecting decarbonization efforts.</a:t>
            </a:r>
          </a:p>
          <a:p>
            <a:pPr>
              <a:defRPr sz="1800"/>
            </a:pPr>
            <a:r>
              <a:t>Concerns regarding job displacement in customer support roles.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AI's potential to enhance healthcare and education sectors.</a:t>
            </a:r>
          </a:p>
          <a:p>
            <a:pPr>
              <a:defRPr sz="1800"/>
            </a:pPr>
            <a:r>
              <a:t>India's prospects of becoming a hub for AI research and development.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Strengthen infrastructure to support data center sustainability.</a:t>
            </a:r>
          </a:p>
          <a:p>
            <a:pPr>
              <a:defRPr sz="1800"/>
            </a:pPr>
            <a:r>
              <a:t>Develop strategies to reskill workforce affected by AI advancements.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AI presents substantial growth potential in India.</a:t>
            </a:r>
          </a:p>
          <a:p>
            <a:pPr>
              <a:defRPr sz="1800"/>
            </a:pPr>
            <a:r>
              <a:t>Navigating challenges is crucial for harnessing opportunities.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