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A78BFA"/>
                </a:solidFill>
                <a:latin typeface="Lato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BBF24"/>
                </a:solidFill>
                <a:latin typeface="Lato"/>
              </a:defRPr>
            </a:pPr>
            <a:r>
              <a:t>Growth, Trends, and Strategies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Market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Rapid growth in AI research agent market in India.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Estimated market growth rate: 25% CAGR.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Investment in AI reached $1 billion in 2022.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Over 500 startups operating in the AI sector.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Key Growth Drivers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Increased AI adoption in healthcare, finance, education.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Government initiatives supporting AI development.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Rise of AI-focused startups.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Collaboration between academia and industry.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Current Market Dynamics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Market size growth from 8M in 2020 to 10M in 2022.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Investment trends highlighting significant funding influx.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Strong competition with Company A holding 40%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Others accounting for 30% market share.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Future Growth Projections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Projected market size of 22M by 2026.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Expected growth to rise to 15M in 2024.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Sustained demand for AI solutions across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Forecasted growth supporting additional investments.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Emerging Trends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Increased collaboration between academia and industry.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Focus on ethical AI and research integrity.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Emergence of AI research hubs in metropolitan areas.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Trend towards automation and advanced analytics.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Challenges Faced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Shortage of skilled professionals in AI.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Data privacy concerns affecting industry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Need for improved research infrastructure.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Regulatory challenges hindering innovation.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Opportunities in the Market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Growing demand for AI solutions across various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Potential for international collaborations.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Increasing consumer acceptance of AI technologies.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Opportunities for investment in AI startups.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Competitor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Competitor A strengths rated at 80.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Competitor B strengths rated at 65.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Understanding competitor strategies is crucial.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Opportunities are ripe for emerging entrants.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Key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Invest in talent development programs.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Establish partnerships with academic institutions.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Focus on ethical AI practices.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Develop market strategies aligned with trends.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Action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Create a roadmap for talent acquisition.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Launch industry-academia collaboration initiatives.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Develop a compliance framework for ethical AI.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Conduct workshops to raise awareness among stakeholders.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Expected Impact of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Aligning strategies to leverage growth opportunities.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Mitigating skill shortages and regulatory challenges.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Enhancing operational effectiveness through AI.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Building trust through ethical practices.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The AI research agent market in India is on a growth trajectory.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Strategic alignment with current trends is essential for success.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The AI research agent market in India is poised for explosive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8FAFC"/>
                </a:solidFill>
                <a:latin typeface="Lato"/>
              </a:defRPr>
            </a:pPr>
            <a:r>
              <a:t>• Addressing skill shortages and regulatory challenges will be key to success.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4786275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