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38BDF8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Emerging Trends and Opportunities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AI research agent market expected to grow rapidly.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Driven by advancements in AI technology.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Increasing demand for automation across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Estimated market size at $1 billion by 2025.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Growth Rate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Projected CAGR of 25% over the next 5 years.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Significant investments from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Government initiatives supporting AI adoption.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Rise in demand for AI solutions in SMEs.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Collaboration between academic institutions and tech firms.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Adoption in finance, healthcare, and education.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Increasing focus on big data analytics.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Emergence of new AI startups in the sector.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 in the 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Shortage of skilled professionals in AI.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Ethical concerns about data privacy.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Regulatory hurdles impacting implementation.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Need for robust AI frameworks.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for 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Rising demand for AI in small and medium enterprises.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Potential for international collaborations.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Expanding application in various industries.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Innovation-driven partnerships emerging.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Current 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Estimated at $10 billion in 2022.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Continued growth expected in tech investment.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Diverse applications across numerous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Emerging players entering the market.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Competitor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Company A holds 40%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Company B captures 30% of the market.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Remaining 30% is fragmented among others.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Strengths of competitors analyzed.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Competitor Strengths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A: Strong R&amp;D capabilities.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Competitor B: Established customer base.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Emphasis on customer-centric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Agile development and deployment processes.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Trend Frequency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Automation: 22 occurrences in data.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Analytics: 14 occurrences in data.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Emerging trends highlighting market dynamics.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Monitoring and adapting to changing trends.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Investment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AI startups attracting significant funding.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Incubators and accelerators supporting new ventures.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Government incentives encouraging investments.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scalable AI solutions.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Case Studies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Successful implementations of AI research agents.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Impact on productivity and decision-making.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Sector-specific applications showcasing results.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Analysis of notable startups and tech firms.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Future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Growth projections for 2024-2026.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Market expected to reach new heights.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Innovation driving future developments.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Collaboration as a key growth lever.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Regulatory Environment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Overview of AI regulations in India.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Impact of regulations on market participants.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Balancing innovation with ethical standards.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Future policy considerations.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AI research agent market presents immense opportunities.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Strategic investments and innovations are key.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Collaboration will shape future landscape.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Staying ahead of trends is essential.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Identify strategic partnerships.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Develop targeted marketing strategies.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Monitor competitive landscape continuously.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Engage with educational institutions for talent.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Industry reports and market analysis studies.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Synthetic example website as a resource.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Collaboration insights from multiple sources.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Documentation of government initiatives.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Focus on AI research will drive future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FFFFF"/>
                </a:solidFill>
                <a:latin typeface="Inter"/>
              </a:defRPr>
            </a:pPr>
            <a:r>
              <a:t>• Emerging technologies will reshape industries.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786275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