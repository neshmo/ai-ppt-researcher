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F0F0F0"/>
                </a:solidFill>
                <a:latin typeface="Arial"/>
              </a:defRPr>
            </a:pPr>
            <a:r>
              <a:t>AI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38BDF8"/>
                </a:solidFill>
                <a:latin typeface="Arial"/>
              </a:defRPr>
            </a:pPr>
            <a:r>
              <a:t>Transforming Patient Care and Operational Efficiency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Introduction to AI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Overview of AI technologies in health sector.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Importance of AI for improving clinical outcomes.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Key areas of impact: diagnosis, treatment, and operations.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Current landscape and market potential.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Growth and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AI in healthcare market projected at $45.2 billion by 2026.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Consistent annual growth rate of 30%.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Impact of COVID-19 on AI adoption.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Increased investment from both public and private sectors.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Technologies in AI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Machine learning algorithms for diagnostics.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Natural language processing for patient interactions.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Predictive analytics to foresee disease outbreaks.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 tools for drug discovery and clinical trials.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AI and Disease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Achieving up to 95% accuracy in diagnostics.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AI's role in early disease detection.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Examples of successful AI diagnostic tools.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Case studies highlighting real-world applications.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Operational Efficiency through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Streamlining administrative tasks.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Reducing wait times for patients.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Enhancing resource allocation.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AI-driven insights for strategic decision-making.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Trends in AI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Rise of telemedicine solutions.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Increasing investments in AI startups.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Integration with electronic health records.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Shift toward value-based care models.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Challenges in Implementing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Data privacy concerns impacting adoption.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Ethical dilemmas in AI decision-making.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Integration with existing healthcare systems.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Need for regulatory frameworks.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Opportunities for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Personalized medicine for better patient outcomes.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Reducing healthcare costs through efficiency.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Expanding access in underserved areas.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Harnessing AI for training and education.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Competitor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Key players in AI healthcare market.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Comparative strengths of top competitors.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Emerging startups and innovative solutions.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Partnerships and collaborations driving growth.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Case Studies of AI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Example 1: AI in radiology diagnostics.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Example 2: Predictive analytics in patient care.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Example 3: AI in clinical trial management.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Lessons learned from successful integrations.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Regulatory and Compliance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Overview of current regulations.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Implications for AI deployment.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Ensuring patient safety and data integrity.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Future trends in regulatory landscape.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Future of AI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Predicted advancements in technology.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Long-term impacts on healthcare systems.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Potential for global health improvements.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Ongoing commitments to ethical standards.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AI is a transformative force in healthcare.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Strategic investments and thoughtful implementation are vital.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The future holds immense potential for innovation and expansion.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AI will redefine patient care and operational efficiency.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Collaboration is key for overcoming challenges and maximizing benefits.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Size</a:t>
            </a:r>
          </a:p>
        </p:txBody>
      </p:sp>
      <p:pic>
        <p:nvPicPr>
          <p:cNvPr id="3" name="Picture 2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4552" cy="693953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Share</a:t>
            </a:r>
          </a:p>
        </p:txBody>
      </p:sp>
      <p:pic>
        <p:nvPicPr>
          <p:cNvPr id="3" name="Picture 2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4552" cy="12112632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Growth Projection</a:t>
            </a:r>
          </a:p>
        </p:txBody>
      </p:sp>
      <p:pic>
        <p:nvPicPr>
          <p:cNvPr id="3" name="Picture 2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4552" cy="693953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