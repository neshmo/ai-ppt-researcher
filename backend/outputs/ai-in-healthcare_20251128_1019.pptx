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800">
                <a:solidFill>
                  <a:srgbClr val="F0F0F0"/>
                </a:solidFill>
                <a:latin typeface="Arial"/>
              </a:defRPr>
            </a:pPr>
            <a:r>
              <a:t>AI in Healthcare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38BDF8"/>
                </a:solidFill>
                <a:latin typeface="Arial"/>
              </a:defRPr>
            </a:pPr>
            <a:r>
              <a:t>Revolutionizing Patient Care and Operational Efficiency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Introduction to AI in Healthcare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Overview of AI technology.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Impact of AI on various healthcare domains.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Rapid growth of AI applications in healthcare.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Integration challenges in current systems.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Current Trends in AI Adoption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Increased investment in AI healthcare startups.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Growing telehealth services powered by AI.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Emergence of AI virtual health assistants.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Shift towards patient-centric care models.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AI Applications in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Machine learning for rapid disease diagnosis.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Enhanced accuracy in diagnostics.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AI-driven imaging analysis.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Predictive analytics for disease outbreaks.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Personalized Treatment Plans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Use of AI in genetic data analysis.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Tailored medication plans based on patient data.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Monitoring patient responses using AI technology.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Improving adherence through personalized care.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Operational Efficiencies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Streamlining administrative tasks.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Enhanced data management practices.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Reducing operational costs with AI solutions.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Automating routine healthcare processes.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AI in Drug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Accelerated drug development timelines.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AI-driven simulations for efficacy testing.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Reducing costs through predictive modeling.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Collaborations between tech firms and pharmaceutical companies.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Challenges in Implementing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Data privacy and security concerns.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Integration issues with existing healthcare systems.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Ethical considerations in AI-driven decisions.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Need for regulatory compliance.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Market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Global AI healthcare market size.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Projected growth rates till 2025.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Key players in the market.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Investment trends and opportunities.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Statistics and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Market growth projected to $190 billion by 2025.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AI diagnostics improve accuracy by 20%.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Trends affecting market dynamics.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Impact of AI on operational costs.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Market Share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Distribution of market share among key players.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Competitor landscape.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Emerging players in AI healthcare.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Potential for mergers and acquisitions.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Future Growth Projections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Expected trends in AI adoption.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Anticipated developments in AI technologies.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Forecasted growth from 2023 to 2026.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Long-term implications for healthcare providers.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Regulatory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Current regulations affecting AI in healthcare.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Importance of compliance for businesses.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Global regulatory differences.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Future trends in healthcare regulations.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Concluding Remarks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AI's transformative potential in healthcare.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Importance of addressing challenges proactively.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Future outlook and innovations in AI.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Call to action for healthcare stakeholders.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AI is reshaping the healthcare landscape.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Stakeholders must navigate challenges for successful deployment.</a:t>
            </a: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Market Size</a:t>
            </a:r>
          </a:p>
        </p:txBody>
      </p:sp>
      <p:pic>
        <p:nvPicPr>
          <p:cNvPr id="3" name="Picture 2" descr="chart_marke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10820095" cy="665981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Market Share</a:t>
            </a:r>
          </a:p>
        </p:txBody>
      </p:sp>
      <p:pic>
        <p:nvPicPr>
          <p:cNvPr id="3" name="Picture 2" descr="chart_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10820095" cy="11624394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Growth Projection</a:t>
            </a:r>
          </a:p>
        </p:txBody>
      </p:sp>
      <p:pic>
        <p:nvPicPr>
          <p:cNvPr id="3" name="Picture 2" descr="chart_growth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10820095" cy="665981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