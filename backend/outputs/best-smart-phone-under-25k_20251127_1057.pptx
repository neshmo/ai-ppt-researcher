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Best Smartphones Under 25k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A Comprehensive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1104" y="4114800"/>
            <a:ext cx="3657600" cy="45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demand for budget-friendly smartphones.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Diverse options available under 25k catering to different user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38BDF8"/>
                </a:solidFill>
                <a:latin typeface="Arial"/>
              </a:defRPr>
            </a:pPr>
            <a:r>
              <a:t>Key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1104" y="4114800"/>
            <a:ext cx="3657600" cy="45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focus on camera quality and battery life.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Emergence of brands offering value for money.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38BDF8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1104" y="4114800"/>
            <a:ext cx="3657600" cy="45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Intense competition leading to price wars.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technological advancements making quick obsolescence.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38BDF8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1104" y="4114800"/>
            <a:ext cx="3657600" cy="45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enhanced features in upcoming models.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market in rural and semi-urban areas.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38BDF8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1104" y="4114800"/>
            <a:ext cx="3657600" cy="45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user experience and after-sales service.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online platforms for wider reach and customer engagement.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Budget smartphones are a dynamic segment with substantial growth potential.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positioning can capture a larger market share.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https://www.bbc.co.uk/search?q=best+smart+phone+under+25k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https://www.cnn.com/search?q=best+smart+phone+under+25k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https://www.aljazeera.com/Search/?q=best+smart+phone+under+25k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