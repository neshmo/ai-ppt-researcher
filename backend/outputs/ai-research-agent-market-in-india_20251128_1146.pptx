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4800">
                <a:solidFill>
                  <a:srgbClr val="38BDF8"/>
                </a:solidFill>
                <a:latin typeface="Inter"/>
              </a:defRPr>
            </a:pPr>
            <a:r>
              <a:t>AI Research Agent Market in India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F472B6"/>
                </a:solidFill>
                <a:latin typeface="Inter"/>
              </a:defRPr>
            </a:pPr>
            <a:r>
              <a:t>Insights and Strategic Opportunities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Market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Rapid evolution of AI technologies.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Significant investment inflow.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Growing automation demand.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Critical sectors: healthcare, finance, education.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Market Size &amp; Growth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Market size expected to reach $1 billion by 2025.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CAGR of 30% anticipated over the next five years.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Recent 45% increase in investments.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Key drivers of market growth.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Investment Landscape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Domestic vs. international investments.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Startup boom in AI solutions.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Government initiatives boosting AI R&amp;D.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Corporate partnerships are on the rise.</a:t>
            </a: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Key Trends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Adoption of AI in SMEs is increasing.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Focus on ethical AI practices.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Emergence of AI-driven research tools.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Shift towards data analytics in AI integration.</a:t>
            </a: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Challenges Facing the Market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Shortage of AI skilled workforce.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Data privacy and compliance regulations.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Integration challenges with legacy systems.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Need for standardized practices.</a:t>
            </a: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Opportunities for Growth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Emerging startup ecosystem.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Global partnerships and collaborations.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Investment in education and training.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Potential market expansion in under-represented sectors.</a:t>
            </a: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Competitive Landscape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Strong presence of established players.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Emerging competitors focusing on niche solutions.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Market share dynamics among competitors.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Strategic positioning of key companies.</a:t>
            </a: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Market Share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Company A leads at 40%.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Company B follows with 30%.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Others make up the remaining 30%.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Analysis of competitive advantages.</a:t>
            </a: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Growth Projections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Projected growth to 15 million by 2024.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Anticipated increase to 18 million by 2025.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Long-term growth potential through innovation.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Opportunities for scalability.</a:t>
            </a: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Key Competitor Strengths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Competitor A scores 80 on strength metrics.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Competitor B attains a strength score of 65.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Understanding competitor strategies.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Evaluating effectiveness of competitor offerings.</a:t>
            </a: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Trend Frequency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Most frequent: Automation at 22 occurrences.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Analytics is close at 14 occurrences.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Identifying key growth areas.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Leveraging trends for strategic positioning.</a:t>
            </a:r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Case Studies of Success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Successful AI implementation in healthcare.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Financial sector initiatives driving growth.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Education sector's adoption stories.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Startup success narratives illustrating innovation.</a:t>
            </a:r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Conclusion &amp;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The AI research agent market is poised for growth.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Strategic investments are key to leveraging opportunities.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Addressing challenges will enhance competitiveness.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Collaboration and partnerships will be essential.</a:t>
            </a:r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Key Takeaways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Significant market potential with evolving technologies.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Swift action can capitalize on emerging opportunities.</a:t>
            </a:r>
          </a:p>
        </p:txBody>
      </p:sp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Market Size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11094415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rt_market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975" y="1417320"/>
            <a:ext cx="7873744" cy="484632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Market Share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11094415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rt_marke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9733" y="1417320"/>
            <a:ext cx="4612228" cy="484632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Growth Projection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11094415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rt_growth_proj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975" y="1417320"/>
            <a:ext cx="7873744" cy="484632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