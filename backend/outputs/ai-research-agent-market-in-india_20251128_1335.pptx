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472B6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Key Insights and Strategies for Growth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Significant growth in AI market estimated at 20% CAGR.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Investment over $500 million in AI startups in 2022.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70% of organizations plan to integrate AI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Major sectors: education, healthcare, and finance.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Rapid adoption of AI technologies across industries.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Enhanced research capabilities via AI tools.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Government initiatives promoting AI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Emergence of startups focusing on AI research.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Trends Shaping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Increased use of AI in academic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Collaborations between tech companies and educational institutes.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Growth of AI-as-a-Service (AIaaS)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Focus on ethical AI and regulatory frameworks.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in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Data privacy concerns and ethical implications.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Skill gaps in AI proficiency among professionals.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Integration difficulties with legacy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High initial costs for AI deployment.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Expansion of AI applications across diverse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Increased investments in R&amp;D for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Strategic partnerships between tech firms and academia.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Consultancy services to facilitate AI adoption.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Current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Market size in 2020: $200 million.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Market size in 2021: $250 million.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Market size in 2022: $300 million.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Potential for rapid market expansion.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Company A holds 35%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Company B holds 25%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40% share attributed to other firms.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Competitive landscape analysis required.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Projected market value in 2024: $450 million.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Projected market value in 2025: $540 million.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Projected market value in 2026: $650 million.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Sustained growth expected through 2028.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Competitor A rated at 8/10 for strengths.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Competitor B rated at 6/10 for strengths.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Continuous monitoring of competitive strategies.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Identifying potential gaps in competitor offerings.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Trends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Trend A noted in 15% operations.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Trend B noted in 10% operations.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Need to align with prevailing market trends.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Development of trend-based offerings.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Invest in AI R&amp;D for future market capture.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Collaborate with academic institutions for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Implement training programs to fill skill gaps.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Focus on ethical frameworks in AI applications.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Allocate budget for AI R&amp;D targeting 20% CAGR.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Establish joint ventures for practical AI learning.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Develop internal programs for upskilling employees.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Monitor investment and partnership returns.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Embrace opportunities in AI research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Address challenges with focused initiatives.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Position for sustainable growth by 2028.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Promote AI adoption across sectors for efficiency.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Proactive investment in AI is vital for market leadership.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Monitoring trends and competitor strategies will enhance positioning.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