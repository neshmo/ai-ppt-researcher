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b="1" sz="4800">
                <a:solidFill>
                  <a:srgbClr val="F0F0F0"/>
                </a:solidFill>
                <a:latin typeface="Arial"/>
              </a:defRPr>
            </a:pPr>
            <a:r>
              <a:t>AI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360152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400">
                <a:solidFill>
                  <a:srgbClr val="38BDF8"/>
                </a:solidFill>
                <a:latin typeface="Arial"/>
              </a:defRPr>
            </a:pPr>
            <a:r>
              <a:t>Revolutionizing Healthcare through Artificial Intelligence</a:t>
            </a:r>
          </a:p>
        </p:txBody>
      </p:sp>
    </p:spTree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Introduction to AI in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Overview of AI technology and its application in healthcare.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Importance of AI in enhancing healthcare outcomes.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Current landscape of AI adoption in the sector.</a:t>
            </a:r>
          </a:p>
        </p:txBody>
      </p:sp>
    </p:spTree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Enhancements through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Improved diagnostic accuracy with machine learning.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Accelerated data processing via Natural Language Processing.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Facilitated remote patient monitoring through telemedicine.</a:t>
            </a:r>
          </a:p>
        </p:txBody>
      </p:sp>
    </p:spTree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Diagnostic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 improves diagnostic accuracy by up to 30%.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Reduction in misdiagnosis rates.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Streamlined radiology and imaging processes.</a:t>
            </a:r>
          </a:p>
        </p:txBody>
      </p:sp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AI and Predictive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AI-driven analytics for disease outbreak predictions.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Identification of high-risk patients.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Forecasting patient admission rates.</a:t>
            </a: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Operational Efficiency Gains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 can reduce operational costs in hospitals by 20%.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Automation of administrative tasks.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Enhanced resource allocation.</a:t>
            </a: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Current Adoption Rates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45% of healthcare organizations have adopted AI technologies.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Majority of healthcare leaders favor AI integration.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Growth trajectory of AI adoption in the next five years.</a:t>
            </a:r>
          </a:p>
        </p:txBody>
      </p:sp>
    </p:spTree>
  </p:cSld>
  <p:clrMapOvr>
    <a:masterClrMapping/>
  </p:clrMapOvr>
  <p:transition spd="slow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Trends in AI Healthcare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Increased investment in AI healthcare startups.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Growing use in personalized medicine.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Expansion in imaging and diagnostics.</a:t>
            </a:r>
          </a:p>
        </p:txBody>
      </p:sp>
    </p:spTree>
  </p:cSld>
  <p:clrMapOvr>
    <a:masterClrMapping/>
  </p:clrMapOvr>
  <p:transition spd="slow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Challenges in AI Adoption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Data privacy concerns and regulatory compliance.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Integration with existing healthcare systems.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Requirement for skilled professionals.</a:t>
            </a:r>
          </a:p>
        </p:txBody>
      </p:sp>
    </p:spTree>
  </p:cSld>
  <p:clrMapOvr>
    <a:masterClrMapping/>
  </p:clrMapOvr>
  <p:transition spd="slow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Opportunities for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Enhancing patient care via predictive analytics.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Improving operational efficiency within healthcare facilities.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Expanding telehealth access in underserved areas.</a:t>
            </a:r>
          </a:p>
        </p:txBody>
      </p:sp>
    </p:spTree>
  </p:cSld>
  <p:clrMapOvr>
    <a:masterClrMapping/>
  </p:clrMapOvr>
  <p:transition spd="slow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Chart Data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Analysis of market trends and competitors.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Understand growth projections for AI in healthcare.</a:t>
            </a:r>
          </a:p>
        </p:txBody>
      </p:sp>
    </p:spTree>
  </p:cSld>
  <p:clrMapOvr>
    <a:masterClrMapping/>
  </p:clrMapOvr>
  <p:transition spd="slow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Size and Growth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Current market size and growth potential.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Key players and market share insights.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Future growth projections.</a:t>
            </a:r>
          </a:p>
        </p:txBody>
      </p:sp>
    </p:spTree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Competitor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Strengths of key competitors in AI healthcare.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Market positioning and competitive landscape.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Lessons learned from leading players.</a:t>
            </a:r>
          </a:p>
        </p:txBody>
      </p:sp>
    </p:spTree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Future Outlook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Projected growth in AI healthcare until 2026.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Emerging technologies and innovations.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Continuous evolution of healthcare practices.</a:t>
            </a:r>
          </a:p>
        </p:txBody>
      </p:sp>
    </p:spTree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 is vital for the future of healthcare.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Strategic investments are necessary for adoption.</a:t>
            </a:r>
          </a:p>
        </p:txBody>
      </p:sp>
    </p:spTree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Source: Synthetic example on AI in Healthcare.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Additional resources for further reading.</a:t>
            </a:r>
          </a:p>
        </p:txBody>
      </p:sp>
    </p:spTree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64592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lnSpc>
                <a:spcPct val="130000"/>
              </a:lnSpc>
              <a:spcBef>
                <a:spcPts val="200"/>
              </a:spcBef>
              <a:spcAft>
                <a:spcPts val="12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AI technology is revolutionizing healthcare delivery.</a:t>
            </a:r>
          </a:p>
          <a:p>
            <a:pPr>
              <a:lnSpc>
                <a:spcPct val="130000"/>
              </a:lnSpc>
              <a:spcBef>
                <a:spcPts val="200"/>
              </a:spcBef>
              <a:spcAft>
                <a:spcPts val="400"/>
              </a:spcAft>
              <a:defRPr sz="2200">
                <a:solidFill>
                  <a:srgbClr val="F0F0F0"/>
                </a:solidFill>
                <a:latin typeface="Arial"/>
              </a:defRPr>
            </a:pPr>
            <a:r>
              <a:t>• Future investment will shape effective and equitable healthcare.</a:t>
            </a:r>
          </a:p>
        </p:txBody>
      </p:sp>
    </p:spTree>
  </p:cSld>
  <p:clrMapOvr>
    <a:masterClrMapping/>
  </p:clrMapOvr>
  <p:transition spd="slow">
    <p:fade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Size</a:t>
            </a:r>
          </a:p>
        </p:txBody>
      </p:sp>
      <p:pic>
        <p:nvPicPr>
          <p:cNvPr id="3" name="Picture 2" descr="chart_market_siz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10820095" cy="665981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Market Share</a:t>
            </a:r>
          </a:p>
        </p:txBody>
      </p:sp>
      <p:pic>
        <p:nvPicPr>
          <p:cNvPr id="3" name="Picture 2" descr="chart_market_sh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10820095" cy="11624394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3600">
                <a:solidFill>
                  <a:srgbClr val="38BDF8"/>
                </a:solidFill>
                <a:latin typeface="Arial"/>
              </a:defRPr>
            </a:pPr>
            <a:r>
              <a:t>Growth Projection</a:t>
            </a:r>
          </a:p>
        </p:txBody>
      </p:sp>
      <p:pic>
        <p:nvPicPr>
          <p:cNvPr id="3" name="Picture 2" descr="chart_growth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280160"/>
            <a:ext cx="10820095" cy="6578220"/>
          </a:xfrm>
          <a:prstGeom prst="rect">
            <a:avLst/>
          </a:prstGeom>
        </p:spPr>
      </p:pic>
    </p:spTree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