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Best Phone under 25k Rupees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Market Analysis and Recommendations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mobile phones under 25,000 rupees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Key brands: Xiaomi, Realme, Samsung, Vivo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Average market price: 22,000 rupees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consumer interest in specifications and features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Competitors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Xiaomi holds 30% market share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Realme follows with 25% market share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Samsung: 20% market share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Vivo: 15% and others: 10%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Customer Ratings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Average customer rating: 4.2 out of 5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Importance of user reviews in decision making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Consumer preference for performance and camera quality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Brand reputation influences purchasing behavior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CPU/GPU performance is a critical factor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demand for 5G-capable devices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Battery life as a major consumer concern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Software experience impacts overall satisfaction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Current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Shift towards enhanced camera capabilities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Increasing demand for gaming-oriented smartphones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Consumer preference for longer battery life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Emergence of 5G technology in mid-range segment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Highly competitive landscape with frequent launches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Consumer confusion over specifications versus brand loyalty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Price fluctuations caused by local manufacturing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Impact of import duties on pricing strategies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for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Launch of limited editions or special models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Targeting the rising middle class with premium features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Exploitation of increased online sales channels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Collaboration with influencers for brand visibility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Consumer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Survey data indicates preference for camera and performance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Feedback analysis highlights brand loyalty patterns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Consumer willingness to pay for enhanced features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importance of post-purchase support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Sales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online sales platforms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Importance of retail partnerships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Promotion strategies for effective market penetration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Utilization of social media for brand engagement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Regional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Regional differences in brand preferences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Impact of local competition on pricing strategies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Demographics influencing purchasing decisions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Opportunities in Tier 2 and Tier 3 cities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Future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Market is projected to grow at 15% CAGR by 2025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Expected growth in consumer demand for smart features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for advances in mobile technology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Increasing importance of sustainability in consumer choices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positioning of brands crucial for success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Understanding consumer needs enhances market share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innovation will lead to new opportunities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Continued adaptation to market dynamics is essential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 in emerging technologies for competitive advantage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Leverage consumer insights for tailored marketing strategies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693953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1211263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693953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