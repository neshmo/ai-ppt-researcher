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472B6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Market Analysis and Strategic Insights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Rapid growth driven by advancements in AI technology.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Market size expected to reach USD 2 billion by 2023.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20% CAGR forecasted over the next five years.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Emergence of over 200 AI-focused startups in India.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Collaboration between academia and industry for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Growing emphasis on ethical AI practices.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Integration of AI in traditional sectors like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Rise of AI-based automation solutions.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Company A holds 40% of the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Company B has 30%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Remaining 30% divided among various competitors.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Diverse competition landscape fostering innovation.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Projected growth to USD 15 billion by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Increase expected to USD 18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Further growth to USD 22 billion by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Potential for exponential expansion in AI sectors.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Competitor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Competitor A rated 80 for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Competitor B rated 65 for market presence.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Focus on research and development key to success.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Strategic partnerships enhancing competitive edge.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Facing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Lack of skilled workforce in AI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Data privacy and security concerns prevalent.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High initial investment costs deter new entrants.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Regulatory landscape presents compliance challenges.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for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Expansion into global markets driven by demand.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Potential for venture capital investment.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Interdisciplinary research opportunities emerging.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Government support fostering innovation and growth.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Investment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Venture capital increasing focus on AI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Government incentives aiding research and development.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Potential for lucrative returns on AI investments.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Growing partnerships between industry and academia.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Ethical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Increasing focus on ethical AI practices.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Need for transparency in AI algorithms.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Regulatory compliance for data privacy.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Community engagement crucial for building trust.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Future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AI to transform industries and create new job roles.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Expected rise in automation and analytics applications.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Integration of AI solutions in daily business processes.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Continued investment in talent development essential.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The AI research agent market in India is poised for rapid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Investment and innovation will drive future success.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Flexibility to adapt to changing technological landscape will be critical.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Collaboration among stakeholders can maximize opportunities.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Market research reports.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Interviews with industry experts.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Academic publications on AI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Synthetic example website for reference.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AI market in India presents significant growth potential.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Strategic investments and ethical practices will shape the future.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