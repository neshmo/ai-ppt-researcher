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Unlocking the 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Strategies for Growth in a Transformative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The AI research agent market in India is poised for exponential growth.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trends indicate a rising demand for intelligent automation.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industry players are increasingly investing in AI capabilities.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positioning could yield high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India's AI industry expected to reach $7.8 billion by 2025.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digitization boosts demand for AI solutions across sectors.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like 'Digital India' bolster market growth.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CAGR of 33.61% increases market viability.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adoption of cloud-based AI solutions.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in data availability fuels machine learning models.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Local startups emerging with innovative AI solutions.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compliance and ethics as a competitive differentiator.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Consumer/Customer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Enterprise willingness to invest heavily in AI for business efficiency.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consumer expectation for personalized services.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concerns influencing purchasing decisions.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Demand for AI literacy and training programs is rising.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Presence of global tech giants alongside strong local players.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competitors leveraging niche markets for differentiation.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Partnerships and collaborations driving rapid innovation.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concentration risks need strategic awareness.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Regulatory frameworks lagging behind market needs.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Talent shortage in AI domain hampers growth.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High initial investment may deter small and medium enterprises.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Ethical concerns around AI bias affecting brand reputation.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&amp; Strategic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sectors like healthcare and finance ripe for AI integration.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AI-driven startups to innovate tailored solutions.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collaborations can enhance market entry access.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in AI research could position India as a global leader.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&amp;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market growth trajectory through 2030.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Segment analysis across different industries.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trends indicating strong financial backing.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demand surges in targeted sectors.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Strengths: High level of technical talent.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Weaknesses: Underdeveloped infrastructure in certain regions.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Opportunities: Increasing venture capital funding.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Threats: Global competition and rapid technological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Foster local partnerships to enhance innovation and market reach.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 in talent development and retention strategies.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Utilize data analytics to better understand customer needs.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Build a strong pipeline of ethical AI practices.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government initiatives to gain competitive advantage.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developing scalable AI solutions for niche markets.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significant ROI in the AI research agent market.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Immediate actions include deepening market analysis.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Continuous engagement with stakeholders to shape strategic direction.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India's AI research agent market offers untapped potential.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foresight and agile execution are key to success.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Investing in ethical practices will build long-term resilience.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https://synthetic.source/local-generated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