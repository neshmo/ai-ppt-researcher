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Market Trends, Challenges and Opportunities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Rapid growth driven by advancements in AI technologies.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Key sectors: healthcare, finance, education.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Expected 25% CAGR from 2023 to 2028.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Projected USD 2 billion investments by 2025.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2020 market size: USD 8 billion.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2021 market size: USD 9 billion.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2022 market size: USD 10 billion.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50% enterprises incorporating AI research agents.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Share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Company A holds 40% of the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Company B has 30%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Remaining 30% is divided among other players.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growth opportunities for new entrants.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Growth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Projected growth: USD 15 billion by 2024.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Expected growth to USD 18 billion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Further growth forecast to USD 22 billion by 2026.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Long-term growth driven by technology adoption.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Competitor A strength score: 80.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Competitor B strength score: 65.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Opportunities for strategic partnerships.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innovation to capture market share.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Current Market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automation in data analysis.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Rise of NLP tools enhancing research capabilities.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ethical AI and responsible research.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of AI with IoT for expanded data collection.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 Facing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Talent shortage in AI and machine learning fields.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Data privacy and regulatory compliance concerns.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Difficulties in integrating with existing systems.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Need for continuous upskilling in evolving technologies.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 for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demand for AI solutions in emerging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Collaboration possibilities with global AI leaders.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Government initiatives promoting AI innovation.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application of AI in diverse segments.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Ethical AI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Importance of ethical AI practices in decision-making.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Addressing data privacy concerns proactively.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Need for transparency in AI-driven processes.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Establishing guidelines for responsible AI use.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Talent Development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 in training programs for employees.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Collaborate with universities for talent development.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continuous learning in AI fields.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Boost retention through career advancement opportunities.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Investment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Highlight significant government and private sector investments.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Explore funding avenues for AI startups.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Engagement in venture capital for innovation.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Facilitating access to funding for emerging tech companies.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Future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Anticipated increase in market demand over the next decade.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for AI to transform traditional industries.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Emphasis on adapting to competitive market conditions.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planning essential for long-term success.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Research Agent Market in India is primed for significant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 in partnerships and talent is crucial for capturing opportunities.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4786275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