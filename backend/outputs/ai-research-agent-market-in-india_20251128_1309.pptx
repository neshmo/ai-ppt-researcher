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800">
                <a:solidFill>
                  <a:srgbClr val="F472B6"/>
                </a:solidFill>
                <a:latin typeface="Inter"/>
              </a:defRPr>
            </a:pPr>
            <a:r>
              <a:t>AI Research Agent Market in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F472B6"/>
                </a:solidFill>
                <a:latin typeface="Inter"/>
              </a:defRPr>
            </a:pPr>
            <a:r>
              <a:t>Analyzing Growth, Opportunities, and Challenges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Overview of the AI Research Agent Market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Significant growth driven by AI advancements.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Increased demand across multiple sectors.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Government initiatives stimulating research.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Collaboration between academia and industry.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Growth Statistics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25% CAGR projected over the next five years.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$1 billion in AI research funding by 2025.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Over 400 operational AI startups in India.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Expanding market potential with rapid adoption.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Key Trends in AI Research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Rise in machine learning applications.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Growth in AI tools for data automation.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Focus on ethical AI practices.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Integration of AI with existing technologies.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Challenges Facing the Market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Shortage of skilled workforce.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Data privacy and regulatory issues.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Infrastructure limitations for AI deployment.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Competition from established firms.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Opportunities for Growth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Developing industry-specific AI solutions.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International partnerships in AI research.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Increased venture capital interest.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Potential for innovation-driven startups.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Size Over the Years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2020: $8 billion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2021: $9 billion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2022: $10 billion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Consistent upward trend in market size.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Share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Company A holds 40% of the market.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Company B captures 30%.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Others account for the remaining 30%.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Focus on competitive advantages.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Competitor Strength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Competitor A has a strength score of 80.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Competitor B has a strength score of 65.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Evaluate positioning strategies.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Understand competitor offerings.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Future Growth Projections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Projected growth to $15 billion by 2024.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Expected to reach $18 billion by 2025.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Target of $22 billion by 2026.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Sustained market encouragement.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Technology Trends in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Automation leads frequency at 22.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Analytics trends account for 14.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Evaluating technology adoption rates.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Need for responsiveness to market changes.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Summary of Key Findings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Dynamic market evolving rapidly.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Government support shaping the landscape.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Opportunities outweigh existing challenges.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Urgent need for talent and infrastructure.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Recommendations for Stakeholders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Invest in talent development programs.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Enhance collaboration across sectors.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Focus on ethical AI frameworks.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Engage with international partners.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AI Research Agent market poised for exponential growth.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Essential to navigate challenges to seize opportunities.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Size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marke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975" y="1417320"/>
            <a:ext cx="7873744" cy="48463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Share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733" y="1417320"/>
            <a:ext cx="4612228" cy="48463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Growth Projection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growth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975" y="1417320"/>
            <a:ext cx="7873744" cy="48463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