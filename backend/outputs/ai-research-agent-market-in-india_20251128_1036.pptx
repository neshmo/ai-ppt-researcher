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800">
                <a:solidFill>
                  <a:srgbClr val="F0F0F0"/>
                </a:solidFill>
                <a:latin typeface="Arial"/>
              </a:defRPr>
            </a:pPr>
            <a:r>
              <a:t>AI Research Agent Market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38BDF8"/>
                </a:solidFill>
                <a:latin typeface="Arial"/>
              </a:defRPr>
            </a:pPr>
            <a:r>
              <a:t>An Overview of Growth, Trends, and Opportunities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Significant growth in AI technology adoption.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Increasing demand for efficient data analysis.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Integration of AI in research processes.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Robust startup ecosystem fostering innovation.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Growth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Rapid advancements in AI and machine learning.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Government initiatives to boost AI R&amp;D.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Rising investments in AI-focused startups.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Emerging applications in diverse sectors.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Market growth projected at 25% CAGR over five years.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More than 200 AI startups operating in India.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Investment surpassing $500 million in 2022.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High potential revenue growth from various sectors.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Trends in the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Increased adoption of AI in academic institutions.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Focus on ethical AI development and compliance.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Growth of collaborations between academia and industry.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Research into AI's societal impacts gaining traction.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Challenges Facing the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Shortage of skilled workforce in AI domains.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High implementation costs and entry barriers.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Data privacy issues creating hurdles.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Rapid technology changes leading to talent gaps.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Opportunities 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Growing demand for AI solutions in legacy industries.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Potential for global collaborations in AI research.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Expansion driven by digital transformation efforts.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Support from government initiatives to attract investments.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Market Players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Company A and Company B leading market share.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Emerging startups disrupting traditional models.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Collaborations among tech giants and academic institutions.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Investment strategies focusing on innovation.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Regulatory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Government frameworks guiding AI implementation.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Ethical guidelines shaping the future of AI.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Need for robust data protection laws.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Potential regulatory challenges affecting growth.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Investment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Impact of venture capital on AI startup growth.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Growing interest from foreign investors.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Funding trends favoring innovative solutions.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Strategic investments and acquisitions on the rise.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Technological Advancements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Emerging technologies powering AI research.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Role of cloud computing in enhancing capabilities.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AI tools improving data processing efficiency.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Advances in natural language processing gaining momentum.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User Adoption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Rapid uptake of AI tools by businesses.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Changing attitudes toward AI in research sectors.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User segment shifts towards younger demographics.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Increased training and awareness programs available.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Future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Market expected to grow substantially by 2026.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Growth projections indicating robust sector expansion.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Emergence of novel sectors utilizing AI technology.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Increased competition driving innovation and efficiency.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AI research market in India presents vast opportunities.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Strategic investments and collaborations are essential for growth.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</a:defRPr>
            </a:pPr>
            <a:r>
              <a:t>Market Size</a:t>
            </a:r>
          </a:p>
        </p:txBody>
      </p:sp>
      <p:pic>
        <p:nvPicPr>
          <p:cNvPr id="3" name="Picture 2" descr="chart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8170867" cy="50292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</a:defRPr>
            </a:pPr>
            <a:r>
              <a:t>Market Share</a:t>
            </a:r>
          </a:p>
        </p:txBody>
      </p:sp>
      <p:pic>
        <p:nvPicPr>
          <p:cNvPr id="3" name="Picture 2" descr="chart_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4681226" cy="50292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</a:defRPr>
            </a:pPr>
            <a:r>
              <a:t>Growth Projection</a:t>
            </a:r>
          </a:p>
        </p:txBody>
      </p:sp>
      <p:pic>
        <p:nvPicPr>
          <p:cNvPr id="3" name="Picture 2" descr="chart_growth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8170867" cy="50292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