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Research Agent Market in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Emerging Trends and Opportunities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Growing demand for AI solutions in various sectors.</a:t>
            </a:r>
          </a:p>
          <a:p>
            <a:pPr>
              <a:defRPr sz="1800"/>
            </a:pPr>
            <a:r>
              <a:t>India's position as a key player in the global AI market.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Increase in research funding and investments.</a:t>
            </a:r>
          </a:p>
          <a:p>
            <a:pPr>
              <a:defRPr sz="1800"/>
            </a:pPr>
            <a:r>
              <a:t>Rising collaboration between tech companies and academic institutions.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Regulatory hurdles affecting market growth.</a:t>
            </a:r>
          </a:p>
          <a:p>
            <a:pPr>
              <a:defRPr sz="1800"/>
            </a:pPr>
            <a:r>
              <a:t>Shortage of skilled professionals in AI research.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Potential for startups to innovate and enter the market.</a:t>
            </a:r>
          </a:p>
          <a:p>
            <a:pPr>
              <a:defRPr sz="1800"/>
            </a:pPr>
            <a:r>
              <a:t>Opportunity in developing localized AI solutions.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Invest in talent development and training programs.</a:t>
            </a:r>
          </a:p>
          <a:p>
            <a:pPr>
              <a:defRPr sz="1800"/>
            </a:pPr>
            <a:r>
              <a:t>Foster partnerships between industry and academia.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India's AI research agent market is poised for growth.</a:t>
            </a:r>
          </a:p>
          <a:p>
            <a:pPr>
              <a:defRPr sz="1800"/>
            </a:pPr>
            <a:r>
              <a:t>Strategic investments and collaborations are crucial for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