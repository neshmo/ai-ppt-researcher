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Exploring Growth, Opportunities, and Challenges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Rapid growth driven by AI advancements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demand for automation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Startup ecosystem fostering innovation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industries include healthcare, finance, education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 &amp; Growth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Estimated market size: $15 billion in 2023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growth to $45 billion by 2030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CAGR of 20% from 2023 to 2030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Diversified investments across sectors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Players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Significant investments from both government and private sectors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startups enhancing competitive landscape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developing industry-specific AI solutions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partnerships driving growth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Trends Shaping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adoption of AI in research methodologies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focus on AI ethics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 between academia and industry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Real-time data analytics for enhanced outcomes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Facing the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and security concerns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Shortage of skilled professionals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Regulatory uncertainties affecting growth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Resistance to adopting new technologies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Expansion in emerging industries such as agriculture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 initiatives to promote R&amp;D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international collaborations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Innovation in AI-driven research tools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Investment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Significant angel and venture capital funding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Public funding initiatives supporting startups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M&amp;A activities in AI sector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Increasing interest from global investors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Technology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Rise of machine learning algorithms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Enhancements in natural language processing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of AI with IoT technologies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Advancements in cloud computing platforms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Regulatory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 policies encouraging AI development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protection regulations impacting operations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compliance with international standards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Frameworks for ethical AI development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Company A holds 40% of the market share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Company B follows with a 30% share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players are capturing niche segments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consolidation in the near future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Competitor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Competitor A: 80/100 in innovation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Competitor B: 65/100 in customer loyalty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Multiple companies mastering niche solutions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Investments in R&amp;D to maintain competitive edge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market size: $20 billion by 2024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expenditure on AI technologies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Growth projections of $27 billion by 2025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34 billion forecasted for 2026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The AI research market in India is ripe with opportunities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Together, innovation and investment can drive success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overcoming challenges for sustained growth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collaborations will enhance market positioning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681226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