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DB2777"/>
                </a:solidFill>
                <a:latin typeface="Inter"/>
              </a:defRPr>
            </a:pPr>
            <a:r>
              <a:t>Artificial Intelligence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DB2777"/>
                </a:solidFill>
                <a:latin typeface="Inter"/>
              </a:defRPr>
            </a:pPr>
            <a:r>
              <a:t>Transforming Patient Care and Operational Efficiency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DB2777"/>
                </a:solidFill>
                <a:latin typeface="Inter"/>
              </a:defRPr>
            </a:pPr>
            <a:r>
              <a:t>Overview of AI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AI revolutionizes healthcare delivery.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Enhances diagnostic accuracy and efficiency.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Broad applications from predictive analytics to automation.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Critical in patient management and operational processes.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DB2777"/>
                </a:solidFill>
                <a:latin typeface="Inter"/>
              </a:defRPr>
            </a:pPr>
            <a:r>
              <a:t>Current Market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AI market projected to reach $188 billion by 2030.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Over 50% of healthcare organizations utilize AI tools.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Competitive growth among leading companies.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Investment trends in AI technology.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DB2777"/>
                </a:solidFill>
                <a:latin typeface="Inter"/>
              </a:defRPr>
            </a:pPr>
            <a:r>
              <a:t>Key Benefits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Improved diagnostic accuracy by up to 20%.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Personalized treatment plans enhance patient outcomes.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Operational efficiencies through task automation.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AI-driven engagement through chatbots.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DB2777"/>
                </a:solidFill>
                <a:latin typeface="Inter"/>
              </a:defRPr>
            </a:pPr>
            <a:r>
              <a:t>Emerging Trends in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Increased remote patient monitoring technologies.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Focus on personalized medicine powered by analytics.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Growing demand for administrative workflow automation.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Integration of AI in telemedicine.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DB2777"/>
                </a:solidFill>
                <a:latin typeface="Inter"/>
              </a:defRPr>
            </a:pPr>
            <a:r>
              <a:t>Challenges in AI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Data privacy and security issues must be addressed.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Need for integration with existing healthcare IT systems.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Regulatory frameworks required for safety and efficacy.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Resistance to change within organizations.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DB2777"/>
                </a:solidFill>
                <a:latin typeface="Inter"/>
              </a:defRPr>
            </a:pPr>
            <a:r>
              <a:t>Opportunities for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Expansion of telemedicine capabilities.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AI can reduce costs and improve access to care.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Potential in drug discovery and development processes.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Enhancement of patient monitoring systems.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DB2777"/>
                </a:solidFill>
                <a:latin typeface="Inter"/>
              </a:defRPr>
            </a:pPr>
            <a:r>
              <a:t>Competitive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Top competitors include Company A and Company B.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Strengths assessed based on technology and market share.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Market dynamics and competition intensity.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Innovations driving competitive advantage.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DB2777"/>
                </a:solidFill>
                <a:latin typeface="Inter"/>
              </a:defRPr>
            </a:pPr>
            <a:r>
              <a:t>Market Size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Market size from 2020 to 2022 shows steady growth.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Factors contributing to market expansion.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Future growth projections indicate robust demand.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Impending market trends and consumer behavior.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DB2777"/>
                </a:solidFill>
                <a:latin typeface="Inter"/>
              </a:defRPr>
            </a:pPr>
            <a:r>
              <a:t>Growth Projections (2024-2026)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Projected growth from $10 billion in 2022 to $22 billion by 2026.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Expectations driven by technological advancements.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Demand in personalized healthcare solutions.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Investment in AI research and development.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DB2777"/>
                </a:solidFill>
                <a:latin typeface="Inter"/>
              </a:defRPr>
            </a:pPr>
            <a:r>
              <a:t>Statistical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AI improves accuracy in diagnostics significantly.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50% of healthcare organizations using AI.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Investment in AI expected to showcase exponential growth.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Emerging statistics drive industry stakeholders.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DB2777"/>
                </a:solidFill>
                <a:latin typeface="Inter"/>
              </a:defRPr>
            </a:pPr>
            <a:r>
              <a:t>Recommendations for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Invest in AI diagnostic tools to minimize errors.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Embed predictive analytics in clinical workflows.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Utilize chatbots for enhancing patient engagement.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Align budget with AI integration strategies.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DB2777"/>
                </a:solidFill>
                <a:latin typeface="Inter"/>
              </a:defRPr>
            </a:pPr>
            <a:r>
              <a:t>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Allocate resources for AI technology acquisition.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Partner with AI tech providers for solutions.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Formulate a task force for navigating compliance.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Train staff on AI technology applications.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DB2777"/>
                </a:solidFill>
                <a:latin typeface="Inter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AI is vital for future healthcare delivery.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Emphasis on operational and diagnostic efficiencies essential.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A strategic approach can yield significant benefits.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Continual learning is imperative for stakeholders.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DB2777"/>
                </a:solidFill>
                <a:latin typeface="Inter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AI's potential in healthcare is transformative.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Strategic investment is necessary for future growth.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DB2777"/>
                </a:solidFill>
                <a:latin typeface="Inter"/>
              </a:defRPr>
            </a:pPr>
            <a:r>
              <a:t>Market Size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75" y="1417320"/>
            <a:ext cx="7873744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DB2777"/>
                </a:solidFill>
                <a:latin typeface="Inter"/>
              </a:defRPr>
            </a:pPr>
            <a:r>
              <a:t>Market Share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733" y="1417320"/>
            <a:ext cx="4612228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DB2777"/>
                </a:solidFill>
                <a:latin typeface="Inter"/>
              </a:defRPr>
            </a:pPr>
            <a:r>
              <a:t>Growth Projection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75" y="1417320"/>
            <a:ext cx="7873744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