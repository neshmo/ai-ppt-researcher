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Exploring the Best Biriyani in Chennai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Culinary Insight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Chennai's biriyani landscape is diverse and competitive.</a:t>
            </a:r>
          </a:p>
          <a:p>
            <a:pPr>
              <a:defRPr sz="1800"/>
            </a:pPr>
            <a:r>
              <a:t>Local preferences favor distinct flavors and styles.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Increase in gourmet biriyani establishments.</a:t>
            </a:r>
          </a:p>
          <a:p>
            <a:pPr>
              <a:defRPr sz="1800"/>
            </a:pPr>
            <a:r>
              <a:t>Growing demand for fusion and health-oriented options.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High competition leading to price wars.</a:t>
            </a:r>
          </a:p>
          <a:p>
            <a:pPr>
              <a:defRPr sz="1800"/>
            </a:pPr>
            <a:r>
              <a:t>Balancing authenticity with modern consumer preferences.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Leveraging digital platforms for marketing.</a:t>
            </a:r>
          </a:p>
          <a:p>
            <a:pPr>
              <a:defRPr sz="1800"/>
            </a:pPr>
            <a:r>
              <a:t>Expanding into delivery and online ordering services.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Focus on unique selling propositions to stand out.</a:t>
            </a:r>
          </a:p>
          <a:p>
            <a:pPr>
              <a:defRPr sz="1800"/>
            </a:pPr>
            <a:r>
              <a:t>Emphasize customer experience in service delivery.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Chennai's biriyani market presents significant growth potential.</a:t>
            </a:r>
          </a:p>
          <a:p>
            <a:pPr>
              <a:defRPr sz="1800"/>
            </a:pPr>
            <a:r>
              <a:t>Adapting to trends can enhance competitiveness.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