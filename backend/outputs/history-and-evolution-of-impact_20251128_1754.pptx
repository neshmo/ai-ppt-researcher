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472B6"/>
                </a:solidFill>
                <a:latin typeface="Inter"/>
              </a:defRPr>
            </a:pPr>
            <a:r>
              <a:t>History and Evolution of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Understanding Modern Methodologies and Frameworks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Introduction to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Defining impact in modern contexts.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Importance of measuring social, environmental, and economic outcomes.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Historical overview of impact methodologies.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Significance of impact in organizational strategies.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Origin of Impact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Initial focus on philanthropic contributions.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Rise of social impact metrics in the early 2000s.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Foundation of key methodologies by influential organizations.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Early adopters influencing broader acceptance.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Evolution of Impact Assessment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From qualitative narratives to quantitative frameworks.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Development of innovative evaluation methodologies.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Integration of technology in assessment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Shift towards data-driven decision making.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Global Movements and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Role of global movements in shaping accountability.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Benchmark frameworks emerging from corporate responsibility.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Influence of stakeholders and community expectations.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Legislative changes promoting transparency.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Interdisciplinary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Integration of economics with social sciences.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Collaboration between sectors for comprehensive assessments.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Adoption of broader impact indicators.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Case studies highlighting successful interdisciplinary frameworks.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of Impact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Surge from $1 billion in 2010 to $715 billion in 2020.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Investor insights shaping impact-centric funding.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Trends in impact investment across various industries.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Future outlook for impact investing and opportunities.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Sustainability Reporting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90% of S&amp;P 500 companies reporting sustainability.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Emerging standards in corporate transparency.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Impact of stakeholder engagement on reporting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Comparative analysis of reporting effectiveness.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Current Trends in Impact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Technological advancements in data collection.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Adoption of standardized frameworks like GRI and SDGs.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Shifting focus towards stakeholder engagement.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Analytical insights driving immediate actions.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in Impact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Deficiencies in standardized metrics complicating comparisons.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Balancing qualitative outcomes with quantitative data.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Complex attribution of impact to interventions.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Need for collaborative problem-solving among stakeholders.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in Impact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Markets for tech-driven assessment tools emerging.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Collaboration for common frameworks gaining traction.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Increased investor focus on impact outcomes.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Potential partnerships within and across sectors.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Case Studies of Successful Impact Initiatives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Examples of organizations excelling in impact measurement.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Lessons learned from innovative practices.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Future prospects based on historical success.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Film and media as influence on societal perceptions.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Sources and Methodologies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Impacts driven by reliable data sources.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Academic journals and their contributions.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Interviews with thought leaders.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Guidelines for future research directions.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Overview of the impact investment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Growth trends and future predictions.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Comparative analysis with other investment markets.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Strategic implications for stakeholders.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0"/>
            <a:ext cx="10972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Continuous evolution of impact measurement methodologies is critical.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1E1E1E"/>
                </a:solidFill>
                <a:latin typeface="Inter"/>
              </a:defRPr>
            </a:pPr>
            <a:r>
              <a:t>• Interdisciplinary approaches will enhance the effectiveness of assessments.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1094415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