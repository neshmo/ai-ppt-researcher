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800">
                <a:solidFill>
                  <a:srgbClr val="F0F0F0"/>
                </a:solidFill>
                <a:latin typeface="Arial"/>
              </a:defRPr>
            </a:pPr>
            <a:r>
              <a:t>AI in Healthcare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38BDF8"/>
                </a:solidFill>
                <a:latin typeface="Arial"/>
              </a:defRPr>
            </a:pPr>
            <a:r>
              <a:t>Transforming Patient Care through Advanced Technologies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Introduction to AI in Healthcare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Overview of AI technologies in healthcare.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Importance of AI for patient outcomes.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Role of AI in cost reduction and operational efficiency.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Trends driving AI adoption in healthcare.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Market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Market size in 2021 estimated at $10 billion.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Projected growth to $107 billion by 2028.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Factors driving market expansion.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Investment opportunities in AI technologies.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Key Points of AI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Enhancement of diagnostic accuracy and speed.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Machine learning for predictive analytics.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AI tools for drug discovery and development.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Telemedicine and AI for effective patient management.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Statistics on AI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AI can improve diagnostic accuracy by up to 20%.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Potential for 30% reduction in operational costs.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Growing use of AI in various medical fields.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Significant increase in investment in AI healthcare solutions.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Current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Adoption of AI in diagnostics and imaging.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Expansion of telehealth solutions using AI.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AI applications in mental and behavioral health.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Development of regulatory frameworks for AI.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Challenges in AI Adoption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Concerns around data privacy and security.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Integration with existing healthcare systems.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Need for healthcare professional training.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Addressing potential bias in AI algorithms.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Opportunities with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Personalized treatment plans leveraging AI insights.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AI in remote patient monitoring expansions.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Faster drug discovery through enhanced processes.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Utilizing predictive analytics to refine care pathways.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Key players in the AI healthcare market.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Analysis of competitive strengths and weaknesses.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Impact of competition on market dynamics.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Future outlook for new entrants.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Technological Innovations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Latest advancements in AI algorithms.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Integration of AI with IoT in healthcare.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Emerging AI applications in surgery.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Role of AI in clinical trials.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Regulatory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Overview of current regulations affecting AI in healthcare.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Impact of regulations on AI adoption.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Future regulatory trends to watch.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Importance of compliance for AI implementations.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Patient Perspectives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Patient acceptance of AI technologies.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Impact of AI on patient experience.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Patients' awareness of AI applications in healthcare.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Comparing traditional vs. AI-enhanced care.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Case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Successful AI integration examples in hospitals.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Impact of AI on specific health outcomes.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Lessons learned from AI implementations.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Future projects involving AI in healthcare.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Future of AI in Healthcare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Predictions for AI advancements in the next 5 years.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Evolving role of AI in patient care.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Integration challenges expected in the future.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Potential for global AI healthcare initiatives.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AI is crucial for the future of effective healthcare.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Strategic planning is essential to navigate AI challenges.</a:t>
            </a: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Market Size</a:t>
            </a:r>
          </a:p>
        </p:txBody>
      </p:sp>
      <p:pic>
        <p:nvPicPr>
          <p:cNvPr id="3" name="Picture 2" descr="chart_marke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4552" cy="693953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Market Share</a:t>
            </a:r>
          </a:p>
        </p:txBody>
      </p:sp>
      <p:pic>
        <p:nvPicPr>
          <p:cNvPr id="3" name="Picture 2" descr="chart_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4552" cy="11846786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Growth Projection</a:t>
            </a:r>
          </a:p>
        </p:txBody>
      </p:sp>
      <p:pic>
        <p:nvPicPr>
          <p:cNvPr id="3" name="Picture 2" descr="chart_growth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4552" cy="693953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