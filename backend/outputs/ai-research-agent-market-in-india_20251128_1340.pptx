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800">
                <a:solidFill>
                  <a:srgbClr val="FBBF24"/>
                </a:solidFill>
                <a:latin typeface="Lato"/>
              </a:defRPr>
            </a:pPr>
            <a:r>
              <a:t>AI Research Agent Market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FBBF24"/>
                </a:solidFill>
                <a:latin typeface="Lato"/>
              </a:defRPr>
            </a:pPr>
            <a:r>
              <a:t>Overview and Strategic Insights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BBF24"/>
                </a:solidFill>
                <a:latin typeface="Lato"/>
              </a:defRPr>
            </a:pPr>
            <a:r>
              <a:t>Market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Significant growth in AI research investment.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Forecasted market size of USD 3.2 billion by 2025.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CAGR of 32% from 2023 to 2025.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Diverse applications across various sectors.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BBF24"/>
                </a:solidFill>
                <a:latin typeface="Lato"/>
              </a:defRPr>
            </a:pPr>
            <a:r>
              <a:t>Key Market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Increased automation demand in industries.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Government initiatives supporting AI development.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Surge in startup innovations.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Rising investments from the private sector.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BBF24"/>
                </a:solidFill>
                <a:latin typeface="Lato"/>
              </a:defRPr>
            </a:pPr>
            <a:r>
              <a:t>Market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Integration of AI with big data.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Emergence of personalized AI solutions.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Focus on ethical AI applications.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Growing importance of sustainability in AI.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BBF24"/>
                </a:solidFill>
                <a:latin typeface="Lato"/>
              </a:defRPr>
            </a:pPr>
            <a:r>
              <a:t>Challenges in AI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Skill shortages in AI professionals.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Data privacy and regulatory challenges.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Limited infrastructure for AI deployment.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Need for continuous innovation.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BBF24"/>
                </a:solidFill>
                <a:latin typeface="Lato"/>
              </a:defRPr>
            </a:pPr>
            <a:r>
              <a:t>Opportunities for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Collaborations between academia and industry.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Increased funding for innovative AI startups.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Expansion into uncharted sectors.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Development of specific AI applications.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BBF24"/>
                </a:solidFill>
                <a:latin typeface="Lato"/>
              </a:defRPr>
            </a:pPr>
            <a:r>
              <a:t>Competitor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Key players include Company A and Company B.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Competitor A strengths score: 80.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Competitor B strengths score: 65.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Potential disruptions from emerging startups.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BBF24"/>
                </a:solidFill>
                <a:latin typeface="Lato"/>
              </a:defRPr>
            </a:pPr>
            <a:r>
              <a:t>Market Size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Value reached USD 10 million in 2022.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Projected growth to USD 15 million in 2023.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Long-term forecast to exceed USD 3 billion by 2025.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Steady annual growth rates anticipated.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BBF24"/>
                </a:solidFill>
                <a:latin typeface="Lato"/>
              </a:defRPr>
            </a:pPr>
            <a:r>
              <a:t>Market Share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Company A holds 40% market share.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Company B commands 30% of the market.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Others contribute the remaining 30%.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Competitive strategies driving market distribution.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BBF24"/>
                </a:solidFill>
                <a:latin typeface="Lato"/>
              </a:defRPr>
            </a:pPr>
            <a:r>
              <a:t>Future Growth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Anticipated market size of USD 20 million by 2024.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Projected growth to USD 27 million by 2025.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Estimated market reach of USD 34 million by 2026.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Stable demand expected across sectors.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BBF24"/>
                </a:solidFill>
                <a:latin typeface="Lato"/>
              </a:defRPr>
            </a:pPr>
            <a:r>
              <a:t>Trend Impacts on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Automation trend frequency: 22 occurrences.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Analytics trend frequency: 14 occurrences.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Growing trend of personalized AI applications.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Higher demand for ethical AI solutions.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BBF24"/>
                </a:solidFill>
                <a:latin typeface="Lato"/>
              </a:defRPr>
            </a:pPr>
            <a:r>
              <a:t>Investment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Increase in venture capital funding for AI startups.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Government incentives boosting R&amp;D.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Corporate investments in AI research tools.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Potential for sustainable technology funding.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BBF24"/>
                </a:solidFill>
                <a:latin typeface="Lato"/>
              </a:defRPr>
            </a:pPr>
            <a:r>
              <a:t>Regulatory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Government policies promoting AI innovation.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Emphasis on data regulation and compliance.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Support mechanisms for AI infrastructure.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Strategies for overcoming regulatory hurdles.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BBF24"/>
                </a:solidFill>
                <a:latin typeface="Lato"/>
              </a:defRPr>
            </a:pPr>
            <a:r>
              <a:t>Ethical AI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Growing focus on responsible AI development.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Integration of ethical considerations in research.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Public discourse on AI usage guidelines.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Balancing innovation with ethical responsibilities.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BBF24"/>
                </a:solidFill>
                <a:latin typeface="Lato"/>
              </a:defRPr>
            </a:pPr>
            <a:r>
              <a:t>Conclusion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AI research agent market shows robust growth potential.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Collaboration between sectors essential for advancement.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Challenges exist but can be mitigated.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Strategic investments will drive future innovation.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BBF24"/>
                </a:solidFill>
                <a:latin typeface="Lato"/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Embrace collaborations between stakeholders.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Lato"/>
              </a:defRPr>
            </a:pPr>
            <a:r>
              <a:t>• Focus on ethical research and infrastructure development.</a:t>
            </a: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BBF24"/>
                </a:solidFill>
                <a:latin typeface="Lato"/>
              </a:defRPr>
            </a:pPr>
            <a:r>
              <a:t>Market Size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029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mar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975" y="1417320"/>
            <a:ext cx="7873744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BBF24"/>
                </a:solidFill>
                <a:latin typeface="Lato"/>
              </a:defRPr>
            </a:pPr>
            <a:r>
              <a:t>Market Share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029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733" y="1417320"/>
            <a:ext cx="4612228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BBF24"/>
                </a:solidFill>
                <a:latin typeface="Lato"/>
              </a:defRPr>
            </a:pPr>
            <a:r>
              <a:t>Growth Projection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029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growth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975" y="1417320"/>
            <a:ext cx="7873744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