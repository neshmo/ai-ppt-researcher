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4800">
                <a:solidFill>
                  <a:srgbClr val="F0F0F0"/>
                </a:solidFill>
                <a:latin typeface="Arial"/>
              </a:defRPr>
            </a:pPr>
            <a:r>
              <a:t>AI research agent market in India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>
                <a:solidFill>
                  <a:srgbClr val="38BDF8"/>
                </a:solidFill>
                <a:latin typeface="Arial"/>
              </a:defRPr>
            </a:pPr>
            <a:r>
              <a:t>Auto-generated</a:t>
            </a:r>
          </a:p>
        </p:txBody>
      </p:sp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