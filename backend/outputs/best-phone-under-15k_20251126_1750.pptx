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Best Phone Options Under 15k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Growing demand for budget smartphones.</a:t>
            </a:r>
          </a:p>
          <a:p>
            <a:pPr>
              <a:defRPr sz="1800"/>
            </a:pPr>
            <a:r>
              <a:t>Increased competition among brands under 15k segment.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Rising popularity of 5G-enabled devices.</a:t>
            </a:r>
          </a:p>
          <a:p>
            <a:pPr>
              <a:defRPr sz="1800"/>
            </a:pPr>
            <a:r>
              <a:t>Enhanced camera features in lower price ranges.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Rapid technological advancements creating obsolescence.</a:t>
            </a:r>
          </a:p>
          <a:p>
            <a:pPr>
              <a:defRPr sz="1800"/>
            </a:pPr>
            <a:r>
              <a:t>Market saturation leading to price wars.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Potential for innovation in budget smartphone features.</a:t>
            </a:r>
          </a:p>
          <a:p>
            <a:pPr>
              <a:defRPr sz="1800"/>
            </a:pPr>
            <a:r>
              <a:t>Targeting emerging markets with tailored offerings.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Focus on user experience and performance enhancements.</a:t>
            </a:r>
          </a:p>
          <a:p>
            <a:pPr>
              <a:defRPr sz="1800"/>
            </a:pPr>
            <a:r>
              <a:t>Develop strategic partnerships for better distribution.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Budget smartphones present significant market potential.</a:t>
            </a:r>
          </a:p>
          <a:p>
            <a:pPr>
              <a:defRPr sz="1800"/>
            </a:pPr>
            <a:r>
              <a:t>Strategic positioning is crucial for capturing consumer interest.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