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F0F0F0"/>
                </a:solidFill>
                <a:latin typeface="Arial"/>
              </a:defRPr>
            </a:pPr>
            <a:r>
              <a:t>AI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38BDF8"/>
                </a:solidFill>
                <a:latin typeface="Arial"/>
              </a:defRPr>
            </a:pPr>
            <a:r>
              <a:t>Transforming Patient Care and Operational Efficiency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Overview of AI's role in healthcare.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Significance of AI in enhancing diagnosis and treatment.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Transformation of operational processes.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Market potential for AI technologies.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Trends in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Increased adoption of telemedicine combined with AI.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AI's growing role in drug discovery.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Integration of AI with wearable devices.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Rising demand for predictive analytics.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AI Enhancements in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Image recognition technologies improving accuracy.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Data analysis leading to more accurate diagnoses.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Impact on disease detection and management.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Use cases in various medical fields.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Personalized Treatment Plans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Machine learning tailoring therapies.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Consideration of patient-specific data.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Potential to improve patient outcomes.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Examples of AI applications in treatment.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AI in Patient 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Chatbots improving patient interaction.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Streamlining administrative tasks.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Positive impacts on patient satisfaction.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Enhancements in communication with patients.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Operational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Reduction of operational costs by 30%.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AI aiding in resource management.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Enhancing decision-making processes.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Case studies of successful implementations.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Global market size projected at USD 11 billion by 2024.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Current landscape of competitors.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Analysis of market share distribution.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Growth projections for the next 5 years.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Challenges in AI 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Data privacy and security concerns.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Integration with existing healthcare systems.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Need for regulatory compliance.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Ethical guidelines surrounding AI use.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Opportunities for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AI applications in rural healthcare access.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Enhancing patient outcomes and safety.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Startup potential in AI innovations.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Investments in technology development.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Current strengths of major players.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Comparison of competitor advantages.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Identifying strategic gaps in the market.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Future outlook on competition.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Future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Expected growth trajectory of AI in healthcare.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Forecasting market trends for 2025 and beyond.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Investment opportunities.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The role of AI in future healthcare delivery.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AI is revolutionizing healthcare delivery.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Addressing challenges is crucial for adoption.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Opportunities for significant impact remain.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Continued investment in AI is essential.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Strategic initiatives can leverage AI benefits effectively.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Collaboration among stakeholders is vital.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Size</a:t>
            </a:r>
          </a:p>
        </p:txBody>
      </p:sp>
      <p:pic>
        <p:nvPicPr>
          <p:cNvPr id="3" name="Picture 2" descr="chart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4552" cy="693953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Share</a:t>
            </a:r>
          </a:p>
        </p:txBody>
      </p:sp>
      <p:pic>
        <p:nvPicPr>
          <p:cNvPr id="3" name="Picture 2" descr="chart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4552" cy="12112632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Growth Projection</a:t>
            </a:r>
          </a:p>
        </p:txBody>
      </p:sp>
      <p:pic>
        <p:nvPicPr>
          <p:cNvPr id="3" name="Picture 2" descr="chart_growth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4552" cy="693953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