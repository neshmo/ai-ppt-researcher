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Research Agent Market in India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Emerging Opportunities and Key Challenges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India's AI market projected to grow at 30% CAGR over 5 years.</a:t>
            </a:r>
          </a:p>
          <a:p>
            <a:pPr>
              <a:defRPr sz="1800"/>
            </a:pPr>
            <a:r>
              <a:t>$1 billion invested in AI startups in 2022.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Major players include TCS and Infosys.</a:t>
            </a:r>
          </a:p>
          <a:p>
            <a:pPr>
              <a:defRPr sz="1800"/>
            </a:pPr>
            <a:r>
              <a:t>Innovative startups like Niramai and SigTuple leading the charge.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Growing focus on ethical AI practices and data privacy.</a:t>
            </a:r>
          </a:p>
          <a:p>
            <a:pPr>
              <a:defRPr sz="1800"/>
            </a:pPr>
            <a:r>
              <a:t>Increased demand for sector-specific and personalized AI agents.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Ethical concerns regarding bias and transparency.</a:t>
            </a:r>
          </a:p>
          <a:p>
            <a:pPr>
              <a:defRPr sz="1800"/>
            </a:pPr>
            <a:r>
              <a:t>Regulatory framework gaps hinder market accessibility.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Collaboration potential between startups and educational institutions.</a:t>
            </a:r>
          </a:p>
          <a:p>
            <a:pPr>
              <a:defRPr sz="1800"/>
            </a:pPr>
            <a:r>
              <a:t>Need for a coherent national AI policy to spur growth.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Invest in ethical AI frameworks and practices.</a:t>
            </a:r>
          </a:p>
          <a:p>
            <a:pPr>
              <a:defRPr sz="1800"/>
            </a:pPr>
            <a:r>
              <a:t>Engage with stakeholders to formulate robust AI policies.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India is poised for significant growth in the AI research agent market.</a:t>
            </a:r>
          </a:p>
          <a:p>
            <a:pPr>
              <a:defRPr sz="1800"/>
            </a:pPr>
            <a:r>
              <a:t>Addressing challenges and leveraging opportunities will be key to success.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