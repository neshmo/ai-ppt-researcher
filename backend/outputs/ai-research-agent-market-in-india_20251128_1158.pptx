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4800">
                <a:solidFill>
                  <a:srgbClr val="38BDF8"/>
                </a:solidFill>
                <a:latin typeface="Inter"/>
              </a:defRPr>
            </a:pPr>
            <a:r>
              <a:t>AI Research Agent Market in India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>
                <a:solidFill>
                  <a:srgbClr val="F472B6"/>
                </a:solidFill>
                <a:latin typeface="Inter"/>
              </a:defRPr>
            </a:pPr>
            <a:r>
              <a:t>Insights and Strategic Directions</a:t>
            </a: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Market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Rapidly evolving field driven by AI advancements.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Increasing automation demand across sectors.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Growing investments from startups and corporates.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Strengthening research capabilities through AI.</a:t>
            </a:r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Key Industry Trends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Rise of personalized AI research tools.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Integration with big data analytics.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Focus on ethical AI practices.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Collaboration between academics and tech firms.</a:t>
            </a:r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Market Size and Growth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Market expected to reach $15 billion by 2025.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Projected CAGR of 25% from 2023 to 2025.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Over 200 AI startups dedicated to research in India.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Growing demand across multiple sectors.</a:t>
            </a:r>
          </a:p>
        </p:txBody>
      </p:sp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Investment Landscape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Increased funding for AI startups.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Strategic partnerships with universities.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Government initiatives supporting AI research.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Focus on scalable AI solutions.</a:t>
            </a:r>
          </a:p>
        </p:txBody>
      </p:sp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Challenges in the Market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Shortage of skilled AI professionals.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Data privacy concerns affecting research.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Regulatory hurdles stalling innovation.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Need for robust ethical frameworks.</a:t>
            </a:r>
          </a:p>
        </p:txBody>
      </p:sp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Opportunities Ahead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Rising demand for AI in healthcare.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Potential for global collaborations.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Expansion of AI-driven methodologies.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Emerging interest in AI for education.</a:t>
            </a:r>
          </a:p>
        </p:txBody>
      </p:sp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Competitive Landscape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Major players: Company A (40%), Company B (30%).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Others hold significant market share (30%).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Competitor A has a strength rating of 80.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Competitor B has a strength rating of 65.</a:t>
            </a:r>
          </a:p>
        </p:txBody>
      </p:sp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Growth Projections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Projected market growth to $18 billion by 2025.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Continued expansion towards $22 billion by 2026.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Increased interest from international investors.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Sustainable growth driven by technological needs.</a:t>
            </a:r>
          </a:p>
        </p:txBody>
      </p:sp>
    </p:spTree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Trend Analysis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Automation leads with a frequency score of 22.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Analytics follows closely at 14.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Emerging trends suggest a shift towards data ethics.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Growing importance of AI transparency.</a:t>
            </a:r>
          </a:p>
        </p:txBody>
      </p:sp>
    </p:spTree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Case Studies in AI Research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Highlight successful AI research implementations.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Analyze outcomes from AI-driven projects.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Evaluate collaboration impacts on research quality.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Study regulatory compliance in real-world scenarios.</a:t>
            </a:r>
          </a:p>
        </p:txBody>
      </p:sp>
    </p:spTree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Future Outlook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Continued evolution of AI technologies.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Market maturation towards responsible AI.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Long-term potential for robust growth.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Anticipated regulatory changes in AI domain.</a:t>
            </a:r>
          </a:p>
        </p:txBody>
      </p:sp>
    </p:spTree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Recommended Strategies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Invest in talent development programs.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Enhance collaboration with regulatory bodies.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Focus on ethical frameworks for research.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Explore international partnerships for growth.</a:t>
            </a:r>
          </a:p>
        </p:txBody>
      </p:sp>
    </p:spTree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Key Takeaways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AI research market poised for exponential growth.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Strategic investments will drive future success.</a:t>
            </a:r>
          </a:p>
        </p:txBody>
      </p:sp>
    </p:spTree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Market Size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11094415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hart_market_si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8975" y="1417320"/>
            <a:ext cx="7873744" cy="484632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Market Share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11094415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hart_market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9733" y="1417320"/>
            <a:ext cx="4612228" cy="484632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Growth Projection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11094415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hart_growth_proj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8975" y="1417320"/>
            <a:ext cx="7873744" cy="484632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