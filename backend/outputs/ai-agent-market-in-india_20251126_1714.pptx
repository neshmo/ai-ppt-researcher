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Market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Emerging Opportunities and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India's diverse user base driving AI adoption.</a:t>
            </a:r>
          </a:p>
          <a:p>
            <a:pPr>
              <a:defRPr sz="1800"/>
            </a:pPr>
            <a:r>
              <a:t>Rapid digital transformation in key sectors.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market poised for global expansion from India.</a:t>
            </a:r>
          </a:p>
          <a:p>
            <a:pPr>
              <a:defRPr sz="1800"/>
            </a:pPr>
            <a:r>
              <a:t>Increased investments in AI technologies.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Regulatory hurdles may slow market growth.</a:t>
            </a:r>
          </a:p>
          <a:p>
            <a:pPr>
              <a:defRPr sz="1800"/>
            </a:pPr>
            <a:r>
              <a:t>Skill gap in AI expertise remains a concern.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demand for AI-driven solutions in various industries.</a:t>
            </a:r>
          </a:p>
          <a:p>
            <a:pPr>
              <a:defRPr sz="1800"/>
            </a:pPr>
            <a:r>
              <a:t>Potential for partnerships with global tech firms.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 in skill development to bridge the expertise gap.</a:t>
            </a:r>
          </a:p>
          <a:p>
            <a:pPr>
              <a:defRPr sz="1800"/>
            </a:pPr>
            <a:r>
              <a:t>Foster collaborations to enhance AI capabilities.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India's AI agent market holds significant potential.</a:t>
            </a:r>
          </a:p>
          <a:p>
            <a:pPr>
              <a:defRPr sz="1800"/>
            </a:pPr>
            <a:r>
              <a:t>Strategic focus on skills and partnerships is vital for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