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Trends, Challenges, and Opportunities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research agent market in India is evolving rapidly.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Increasing investments drive advancements in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growth is influenced by data availability.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Demand for automation boosts sector integration.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Growth Rate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Projected CAGR of 25% over the next five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size expected to reach $3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Strong interest from both public and private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Increasing adoption across various industries.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Rise of AI startups targeting niche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Collaborations between academic institutions and tech firms.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of open-source platforms for AI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Increased sharing of research data for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Shortage of skilled professionals in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Data privacy and ethical concerns hinder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High initial investment is a barrier for many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Lack of standardized regulations across sectors.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in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Expansion in agriculture and rural development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Corporate investment in AI-driven R&amp;D is on the rise.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Growing acceptance of AI tools in traditional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Potential to address social challenges through technology.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Key players include Company A and Company B.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Company A holds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Emphasis on technology advancements to retain competitiveness.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A has a strength score of 80.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Automation leads with 22 frequency count.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Analytics is gaining traction with a frequency of 14.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Focus on AI tools reshaping research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Technological convergence driving trends forward.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Climate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Government initiatives promote AI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Private investments are crucial for market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Venture capital interest expanding in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Incubators supporting AI-focused innovations.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Policy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Government publications outline AI policies.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Regulations evolving to manage ethical concerns.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Frameworks encouraging responsible AI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Support for international collaborations in research.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Market size history shows steady growth from 8M in 2020.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Incremental increases observed year-over-year.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Projected growth aligns with investment trends.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Estimates indicate growing maturity of market.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Projected market size: 15M in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Growth expected to reach 18M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Long-term outlook remains positive through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Strategic investments will fuel future growth.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Data Privacy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Increasing public concern over data usage.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Ethical AI frameworks are under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Need for compliance with international standards.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Public trust impacts AI adoption rates.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Summary of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Research from Synthetic Research Report is key.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Industry Analysis provides context for trends.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Government publications inform on regulations.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Diverse sources enhance credibility and depth.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research agent market in India is poised for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Investments and innovation are driving sector maturity.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Strategic opportunities await enterprising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Navigating challenges is crucial for successful entry.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