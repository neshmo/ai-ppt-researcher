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Market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Insights and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India's diverse and young user base supports AI market growth.</a:t>
            </a:r>
          </a:p>
          <a:p>
            <a:pPr>
              <a:defRPr sz="1800"/>
            </a:pPr>
            <a:r>
              <a:t>Rapid digital adoption facilitates AI agent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Growing demand for personalized AI solutions.</a:t>
            </a:r>
          </a:p>
          <a:p>
            <a:pPr>
              <a:defRPr sz="1800"/>
            </a:pPr>
            <a:r>
              <a:t>Increased investment in AI technology and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privacy concerns impacting user trust.</a:t>
            </a:r>
          </a:p>
          <a:p>
            <a:pPr>
              <a:defRPr sz="1800"/>
            </a:pPr>
            <a:r>
              <a:t>Need for skilled workforce in AI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Potential to capture underserved markets in rural areas.</a:t>
            </a:r>
          </a:p>
          <a:p>
            <a:pPr>
              <a:defRPr sz="1800"/>
            </a:pPr>
            <a:r>
              <a:t>Integration with existing digital services enhances user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Foster partnerships with local businesses for market entry.</a:t>
            </a:r>
          </a:p>
          <a:p>
            <a:pPr>
              <a:defRPr sz="1800"/>
            </a:pPr>
            <a:r>
              <a:t>Invest in educational programs to build AI expertise.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 represents a crucial market for AI agent deployment.</a:t>
            </a:r>
          </a:p>
          <a:p>
            <a:pPr>
              <a:defRPr sz="1800"/>
            </a:pPr>
            <a:r>
              <a:t>Strategic investment and collaboration are key to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