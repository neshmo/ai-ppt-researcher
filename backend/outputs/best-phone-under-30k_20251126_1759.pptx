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Phones Under 30K: A Comprehensive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Identifying Value in the Mid-Range 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Significant demand for budget-friendly smartphones.</a:t>
            </a:r>
          </a:p>
          <a:p>
            <a:pPr>
              <a:defRPr sz="1800"/>
            </a:pPr>
            <a:r>
              <a:t>Growing competition among manufacturers in the sub-30k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Increased focus on camera quality and battery life.</a:t>
            </a:r>
          </a:p>
          <a:p>
            <a:pPr>
              <a:defRPr sz="1800"/>
            </a:pPr>
            <a:r>
              <a:t>Rise in online sales channels and e-commerce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Market saturation leading to reduced profit margins.</a:t>
            </a:r>
          </a:p>
          <a:p>
            <a:pPr>
              <a:defRPr sz="1800"/>
            </a:pPr>
            <a:r>
              <a:t>Rapid technological advancements outpacing development cycles.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Emerging markets with rising smartphone penetration.</a:t>
            </a:r>
          </a:p>
          <a:p>
            <a:pPr>
              <a:defRPr sz="1800"/>
            </a:pPr>
            <a:r>
              <a:t>Potential partnerships with e-commerce platforms for sales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Invest in R&amp;D for innovative features that resonate with consumers.</a:t>
            </a:r>
          </a:p>
          <a:p>
            <a:pPr>
              <a:defRPr sz="1800"/>
            </a:pPr>
            <a:r>
              <a:t>Enhance customer service and support for better user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Focus on delivering value through features and customer service.</a:t>
            </a:r>
          </a:p>
          <a:p>
            <a:pPr>
              <a:defRPr sz="1800"/>
            </a:pPr>
            <a:r>
              <a:t>Capitalize on emerging trends to strengthen market position.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