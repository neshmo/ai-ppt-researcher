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472B6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Trends, Opportunities, and Challenges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Rapid growth in AI adoption in various industries.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Increased demand for automation in research processes.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Current market size estimated at $10 billion in 2023.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Growth projected at a CAGR of 22% over the next five years.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Drivers of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Significant investment in AI-driven research tools.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initiatives promoting AI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Expansion of AI talent pool in India.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Rise in demand for efficiency and productivity in research.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Emerging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Adoption of natural language processing (NLP)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Integration of AI with big data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ethical AI applications.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Development of AI-powered research platforms.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Competitive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Main players: Company A (40% market share), Company B (30%).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Emerging competitors in various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Importance of innovation in sustaining competitive advantage.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building strong partnerships.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in the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Lack of standardization in AI methodologies.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Data privacy and regulatory hurdles.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Shortage of skilled expertise in AI and data science.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Resistance to change within traditional research sectors.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for Stakeholders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between academia and industry.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Increased government and private sector funding.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Opportunity for AI solutions in healthcare and finance.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Potential to address skills gap through education.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Investment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Investment in AI technologies has doubled in recent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Growing interest from venture capitalists.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incentives for AI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long-term strategic investments.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AI Research Applications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Use of AI in predictive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Automation of repetitive research tasks.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AI-enhanced decision-making processes.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Innovation in research methodologies.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Statistical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Market size in 2020: $8 billion; 2021: $9 billion; 2022: $10 billion.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Projected market growth to $15 billion by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strengths: Competitor A (80), Competitor B (65).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Trend frequency: Automation (22), Analytics (14).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Future Growth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Forecasted market size of $22 billion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Increasing importance of AI in various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Adoption of new technologies accelerating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Need for continuous innovation to stay competitive.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Potential Risks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Rapid technological changes creating uncertainty.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Regulatory changes impacting growth strategies.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Potential backlash against AI applications.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Economic fluctuations affecting investment rates.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Ethical Considerations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Need for ethical AI practices in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Balancing innovation with public concern.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Establishing clear guidelines for AI usage.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Engaging stakeholders in ethical discussions.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AI research market in India is on a robust growth path.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Investment and collaboration are key for success.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Addressing challenges is crucial for leveraging opportunities.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ethical practices will shape future growth.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collaboration to enhance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Maintain ethical standards in AI applications.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