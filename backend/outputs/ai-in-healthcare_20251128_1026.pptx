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800">
                <a:solidFill>
                  <a:srgbClr val="F0F0F0"/>
                </a:solidFill>
                <a:latin typeface="Arial"/>
              </a:defRPr>
            </a:pPr>
            <a:r>
              <a:t>AI in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38BDF8"/>
                </a:solidFill>
                <a:latin typeface="Arial"/>
              </a:defRPr>
            </a:pPr>
            <a:r>
              <a:t>Transforming Patient Outcomes and Operational Efficiency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Introduction to AI in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Overview of AI technologies in healthcare.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Importance of AI for enhancing diagnostic precision.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Privilege of real-time data analytics.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Emerging trends and innovations in AI.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AI in healthcare market projected at USD 36.1 billion by 2025.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CAGR of 41.8% signifies robust growth.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Key players driving market advancements.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Investment trends in AI healthcare solutions.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Benefits of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Enhances diagnostic accuracy up to 30%.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Accelerates patient outcome predictions.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Improves operational efficiencies.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Supports drug discovery processes.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Technological Advancements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Machine learning algorithms in practical applications.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AI integration in Electronic Health Records (EHRs).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Wearable technologies powered by AI.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Telemedicine enhancement through AI.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Current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Rise of virtual care solutions post-pandemic.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Increased use of AI in personalized medicine.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Adoption of AI-powered diagnostics.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Growing interest in remote patient monitoring.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Regulatory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Challenges of data privacy and security.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Need for defined regulatory standards.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Balancing innovation with compliance.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Ongoing discussions in healthcare policies.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Challenges in AI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Integration with existing healthcare systems.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Data quality and robustness issues.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Resistance from traditional medical practitioners.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Understanding AI model limitations.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Opportunities for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Expansion in personalized genomic medicine.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Improving efficiencies leading to cost reductions.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AI solutions targeting underserved communities.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Partnerships between tech and healthcare firms.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Success Stories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Case studies showcasing AI success in diagnostics.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Improved patient outcomes through AI applications.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Millennium Health's AI-driven drug discovery.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Collaborative projects between hospitals and tech firms.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Investment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Where venture capital is focusing in AI healthcare.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Emerging startups making impacts.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Predictions for future investments.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Long-term sustainability and ROI considerations.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Global Impact of AI in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Changing healthcare delivery models worldwide.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Cross-border collaborations in AI tech.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Universal improvement in health outcomes.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Equity in health innovations via AI.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Future Prospects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Forecasted AI market growth beyond 2025.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Expected technological advancements.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Visualization of AI in future healthcare.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Long-term societal implications of AI.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AI stands as a guiding force in the healthcare revolution.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Strategic investments and collaborations will be crucial.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</a:defRPr>
            </a:pPr>
            <a:r>
              <a:t>Market Size</a:t>
            </a:r>
          </a:p>
        </p:txBody>
      </p:sp>
      <p:pic>
        <p:nvPicPr>
          <p:cNvPr id="3" name="Picture 2" descr="chart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8170867" cy="50292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</a:defRPr>
            </a:pPr>
            <a:r>
              <a:t>Market Share</a:t>
            </a:r>
          </a:p>
        </p:txBody>
      </p:sp>
      <p:pic>
        <p:nvPicPr>
          <p:cNvPr id="3" name="Picture 2" descr="chart_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4924151" cy="50292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</a:defRPr>
            </a:pPr>
            <a:r>
              <a:t>Growth Projection</a:t>
            </a:r>
          </a:p>
        </p:txBody>
      </p:sp>
      <p:pic>
        <p:nvPicPr>
          <p:cNvPr id="3" name="Picture 2" descr="chart_growth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8170867" cy="50292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