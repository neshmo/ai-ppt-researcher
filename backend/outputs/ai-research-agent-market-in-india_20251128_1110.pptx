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38BDF8"/>
                </a:solidFill>
                <a:latin typeface="Inter"/>
              </a:defRPr>
            </a:pPr>
            <a:r>
              <a:t>AI Research Agent Market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F472B6"/>
                </a:solidFill>
                <a:latin typeface="Inter"/>
              </a:defRPr>
            </a:pPr>
            <a:r>
              <a:t>Growth and Strategic Insights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Significant growth driven by AI advancements.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Current market size: $1 billion.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Predicted market size: $5 billion by 2027.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Current growth rate: 25% CAGR (2022-2027).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Players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Emerging startups exploring AI research agents.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Established companies intensifying R&amp;D investment.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Government initiatives supporting AI development.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Adoption in healthcare, finance, and education sectors.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Trends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 in AI R&amp;D investments.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Hybrid AI solutions on the rise.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Focus on ethical AI and data privacy.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Demand for automation across sectors.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Challenges in the Market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Talent shortage in advanced AI skills.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High initial investment costs for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Regulatory and compliance hurdles.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Need for data security and privacy measures.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Opportunities for Growth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Demand for AI in underserved rural areas.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Collaboration potential with global firms.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New sector applications for AI technology.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Increased funding opportunities from government.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 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Overview of market size from 2020 to 2023.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Visualizing growth trajectory.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Comparison of historical data.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Insights on future potential.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Company A: 40%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Company B: 30%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Others: 30% market share.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Trends in competitiveness.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Forecast for market growth (2024-2026).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Expected milestones for industry players.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Impact of emerging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Long-term outlook based on current data.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Competitor Strengths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A: Strength score of 80.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Competitor B: Strength score of 65.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Analyze competition for strategic positioning.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Identifying weaknesses for competitive advantage.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Trend Frequency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Automation: Mentioned 22 times in analysis.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Analytics: Discussed 14 times.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Significance of trends in shaping the market.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Understanding consumer focus areas.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Recommendations for 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Invest in talent acquisition and training.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Utilize government funding to minimize costs.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Pursue partnerships with global AI firms.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Foster innovation and collaboration.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Action Plan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Develop recruitment strategies for AI talent.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Identify and secure government grants.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Initiate partnerships with potential collaborators.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Establish a culture of continuous learning.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645920"/>
            <a:ext cx="10972800" cy="45720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6070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AI market in India presents significant growth potential.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Inter"/>
              </a:defRPr>
            </a:pPr>
            <a:r>
              <a:t>• Strategic investments and partnerships are crucial for success.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4786275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F472B6"/>
                </a:solidFill>
                <a:latin typeface="Inter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8170867" cy="502920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