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Harnessing the Future: 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A Strategic Analysis of Opportunities and Challenges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Summary: The AI Landscape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 market valued at $15 billion in 2023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Exponential growth driven by investment and supportive policies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Healthcare, agriculture, and logistics are primary focus sectors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ethical concerns and data privacy issues present challenges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CAGR of 30% over the next five years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$15 billion market valuation in 2023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30% increase in productivity for businesses adopting AI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500 million internet users in India as of 2023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CAGR of 30% projected over the next five years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agents include chatbots, predictive analytics, autonomous systems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Over 200% surge in AI technology investment in the past year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500 million internet users in India, expanding digital footprint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Government's commitment to establishing India as a global AI hub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Local startups increasingly competing with multinational firms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smartphone penetration fuels AI adoption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Collaborative academia-industry initiatives fostering innovation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Shift towards ethical AI and responsible deployment practices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demand for data-driven solutions across sectors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from both public and private sectors accelerating growth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Consumer/Customer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30% productivity increase reported by businesses using AI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driven by evolving consumer expectations and technology trends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customer segments leveraging AI for enhanced experiences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Skepticism towards AI impacts, necessitating consumer education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engagement through personalized AI applications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include multinational corporations and agile startups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offerings in AI tools and platforms shaping competition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Collaborations and partnerships increasing among players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Intense focus on R&amp;D leading to innovative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acquisitions catalyzing market positioning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Persistent ethical concerns surrounding AI deployment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Job displacement fears impacting public sentiment towards AI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Regulatory hurdles complicating rapid technology adoption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robust data management frameworks and compliance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Limited understanding of ethical AI practices across industries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&amp; Strategic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to support AI startups and incubators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transformative solutions in healthcare and education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markets creating new avenues for innovation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in traditional sectors for enhanced efficiency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Global partnerships to expand market reach and capabilities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$15 billion current market value with a CAGR of 30%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Forecasted market growth driven by new AI applications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Sector-wise breakdown indicates healthcare and logistics leadership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shaped by consumer adoption and enterprise investments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contribution from small-to-medium enterprises (SMEs)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Navigating the AI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Strengths: Strong government support and rich talent pool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Weaknesses: Ethical ambiguity and lack of regulatory frameworks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Opportunities: Expanding ecosystem of startups and incubators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Threats: Competition from global players and technological disparities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Capitalizing on AI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 collaborations between industry and academia for R&amp;D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Develop ethical guidelines and standards to foster trust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consumer education to mitigate skepticism towards AI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niche markets to differentiate offerings and capture demand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government initiatives for funding and support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Long-term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Cultivate a robust startup ecosystem through mentorship programs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Drive collaboration with global firms to innovate and expand markets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Prioritize sustainable and ethical AI practices to build credibility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Utilize AI technologies for optimization across all business sectors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Monitor evolving market trends to remain competitive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 market poised for significant growth ahead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focus on ethics and innovation is critical for success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in education and collaboration can enhance market readiness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Conduct further analysis on emerging sub-sectors for targeted strategies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Engage stakeholders to align on ethical and operational frameworks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India's AI market presents significant growth opportunities.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and partnerships essential for competitive edge.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ethical practices is critical for sustainable development.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https://businessinsights.example.com/ai-research-agents-india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https://techanalysis.example.com/india-ai-agents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https://journalofai.example.com/india-market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https://researchreport.example.com/india-ai-market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https://insightreport.example.com/ai-in-india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