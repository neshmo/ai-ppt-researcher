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Growth, Challenges, and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Significant growth in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demand for automation and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Diverse applications in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Mixed landscape of startups and established firms.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size projected to reach $22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CAGR of 25% forecasted from 2023 to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driven by healthcare, finance, and education.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Major investments from domestic and international sources.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Over the Years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2020: $8 billion, 2021: $9 billion, 2022: $10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Continuous year-on-year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market size of $15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Sustained investments fueling expansion.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 in AI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Integration of AI into research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Emphasis on natural language processing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frameworks evolving around AI ethics.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focus on blockchain technology.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Faced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Data privacy and security concerns arise.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Skill gap in the available workforce.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compliance issues persist.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Ethical considerations gaining importance.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Major players include Company A and Company B.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in VC funding for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Collaborations between corporations and academia.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grants supporting AI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A holds strength rating of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B has a strength rating of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Opportunity for partnerships and alliances.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Focus on building market share through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on the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Emerging sectors seeking AI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Collaborations between industry and academia.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initiatives fostering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Exploring untapped markets and demographics.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Company A: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Company B: 30%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Remaining 30% is fragmented by smaller companies.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Potential for disruption through innovative startups.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market size of $18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Expected growth of 20%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Continuous increase in consumer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 trends indicating future sustainability.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Regulatory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Growing importance of AI ethics.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frameworks adapting to technological advances.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International collaborations for policy-setting.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Need for compliance in data usage.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Technological Advancements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Machine learning applications gaining traction.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Advancements in natural language processing.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Emerging AI-driven analytics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Rising importance of cybersecurity measures.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 &amp;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Focus on skill development to bridge the gap.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 in R&amp;D for innovative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Leverage government initiatives for funding.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Collaborate for ethical AI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Conduct further market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Engage with potential partners in AI terrain.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Develop pilot projects in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Monitor trends and adapt strategies accordingly.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The AI research agent market in India presents immense potential.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investments and collaborations are key to success.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