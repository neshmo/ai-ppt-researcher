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Navigating the Indian Smartphone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Strategic Insights on the Best Phones Under 25k Rupees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2023 sees heightened competition in smartphones under 25k rupees.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performance, camera quality, and battery life emerges as key.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Top contenders include Realme 9 Pro+ and Xiaomi Redmi Note 11 Pro 5G.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5G connectivity increasingly demanded by consumers.</a:t>
            </a:r>
          </a:p>
        </p:txBody>
      </p:sp>
    </p:spTree>
  </p:cSld>
  <p:clrMapOvr>
    <a:masterClrMapping/>
  </p:clrMapOvr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6000mAh battery in Samsung Galaxy M32, 2023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Poco F4 GT with Snapdragon 8 Gen 1, 2023</a:t>
            </a:r>
          </a:p>
        </p:txBody>
      </p:sp>
    </p:spTree>
  </p:cSld>
  <p:clrMapOvr>
    <a:masterClrMapping/>
  </p:clrMapOvr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Overview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Indian smartphone market experiencing rapid growth and innovation.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Diverse offerings under 25k serving budget-conscious consumers.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Shift towards advanced processing capabilities and camera tech.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segments in rural and semi-urban markets.</a:t>
            </a:r>
          </a:p>
        </p:txBody>
      </p:sp>
    </p:spTree>
  </p:cSld>
  <p:clrMapOvr>
    <a:masterClrMapping/>
  </p:clrMapOvr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Trends &amp;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Strong demand for 5G capabilities in budget smartphones.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emphasis on battery longevity and fast charging.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Consumer preference for high-quality camera systems.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Rising availability of advanced processors in lower price segments.</a:t>
            </a:r>
          </a:p>
        </p:txBody>
      </p:sp>
    </p:spTree>
  </p:cSld>
  <p:clrMapOvr>
    <a:masterClrMapping/>
  </p:clrMapOvr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Consumer/Customer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Consumers prioritize performance, camera, and battery features.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Budget consumers willing to invest for superior specifications.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Rural penetration growing as brands target underserved markets.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Brand loyalty influenced by software support and updates.</a:t>
            </a:r>
          </a:p>
        </p:txBody>
      </p:sp>
    </p:spTree>
  </p:cSld>
  <p:clrMapOvr>
    <a:masterClrMapping/>
  </p:clrMapOvr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Intense competition among top brands: Realme, Xiaomi, Samsung.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Market saturation leading to aggressive marketing strategies.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Emergence of new players increases pressure on established brands.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Differentiation through unique features and brand positioning.</a:t>
            </a:r>
          </a:p>
        </p:txBody>
      </p:sp>
    </p:spTree>
  </p:cSld>
  <p:clrMapOvr>
    <a:masterClrMapping/>
  </p:clrMapOvr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Challenges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Balancing cost with advanced technology remains critical.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Continued saturation limits growth opportunities.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Consumer expectations rising faster than innovation cycles.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Threat from counterfeit devices impacting brand trust.</a:t>
            </a:r>
          </a:p>
        </p:txBody>
      </p:sp>
    </p:spTree>
  </p:cSld>
  <p:clrMapOvr>
    <a:masterClrMapping/>
  </p:clrMapOvr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Opportunities &amp; Strategic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Rural and semi-urban smartphone adoption presents significant potential.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Brands offering robust software support can capture market share.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Collaboration with local retailers for enhanced distribution.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Innovative financing options to attract budget-conscious consumers.</a:t>
            </a:r>
          </a:p>
        </p:txBody>
      </p:sp>
    </p:spTree>
  </p:cSld>
  <p:clrMapOvr>
    <a:masterClrMapping/>
  </p:clrMapOvr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Size &amp; Forecasts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Projected CAGR of 10% in the smartphone segment by 2025.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Significant volume growth expected in the sub-25k category.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penetration in emerging markets drives overall expansion.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Demand for high-performance phones to fuel market dynamics.</a:t>
            </a:r>
          </a:p>
        </p:txBody>
      </p:sp>
    </p:spTree>
  </p:cSld>
  <p:clrMapOvr>
    <a:masterClrMapping/>
  </p:clrMapOvr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Strengths: High competition fostering innovation.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Weaknesses: Intense price wars affecting margins.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Opportunities: Expanding rural markets with tailored offerings.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Threats: Rapid technological advancements outpacing market adaption.</a:t>
            </a:r>
          </a:p>
        </p:txBody>
      </p:sp>
    </p:spTree>
  </p:cSld>
  <p:clrMapOvr>
    <a:masterClrMapping/>
  </p:clrMapOvr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Strategic Recommendations - Focus on R&amp;D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 in camera and processing technology development.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establishing brand trust through software longevity.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Enhance R&amp;D in battery technology for competitive edge.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Collaborate with tech startups for innovation.</a:t>
            </a:r>
          </a:p>
        </p:txBody>
      </p:sp>
    </p:spTree>
  </p:cSld>
  <p:clrMapOvr>
    <a:masterClrMapping/>
  </p:clrMapOvr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Strategic Recommendations - Positioning &amp;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Leverage targeted marketing to appeal to rural consumers.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Highlight unique features and competitive pricing in campaigns.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Create partnerships for exclusive offers and promotions.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Utilize digital marketing for greater outreach and engagement.</a:t>
            </a:r>
          </a:p>
        </p:txBody>
      </p:sp>
    </p:spTree>
  </p:cSld>
  <p:clrMapOvr>
    <a:masterClrMapping/>
  </p:clrMapOvr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Strategic Recommendations - Distribution &amp;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Expand distribution networks in semi-urban and rural markets.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Strengthen after-sales support to build consumer trust.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Implement innovative financing and trade-in programs.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Enhance online sales channels to capture growing e-commerce.</a:t>
            </a:r>
          </a:p>
        </p:txBody>
      </p:sp>
    </p:spTree>
  </p:cSld>
  <p:clrMapOvr>
    <a:masterClrMapping/>
  </p:clrMapOvr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focus required to navigate competitive pressures.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Investment in consumer insights critical for product development.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Prioritize building consumer trust through technology and support.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Next steps: Implement recommendations and track market trends.</a:t>
            </a:r>
          </a:p>
        </p:txBody>
      </p:sp>
    </p:spTree>
  </p:cSld>
  <p:clrMapOvr>
    <a:masterClrMapping/>
  </p:clrMapOvr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11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2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4" end="4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Focus on performance and camera will lead to market leadership.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Adapting to rural demands unlocks new growth avenues.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Investing in R&amp;D and consumer trust is paramount for success.</a:t>
            </a:r>
          </a:p>
        </p:txBody>
      </p:sp>
    </p:spTree>
  </p:cSld>
  <p:clrMapOvr>
    <a:masterClrMapping/>
  </p:clrMapOvr>
  <p:timing>
    <p:tnLst>
      <p:par>
        <p:cTn id="1" type="par" fill="hold" nodeType="tmRoot">
          <p:childTnLst>
            <p:seq concurrent="1" nextAc="seek">
              <p:cTn id="2" type="seq" fill="hold" nodeType="mainSeq">
                <p:childTnLst>
                  <p:par>
                    <p:cTn id="3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4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0" end="0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5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6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1" end="1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7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8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2" end="2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  <p:par>
                    <p:cTn id="9" type="par" fill="hold" nodeType="clickEffect" presetID="10" presetClass="entr">
                      <p:stCondLst>
                        <p:cond delay="300"/>
                      </p:stCondLst>
                      <p:childTnLst>
                        <p:par>
                          <p:cTn id="10" type="par" fill="hold" nodeType="withEffect" presetID="10" presetClass="entr">
                            <p:childTnLst/>
                            <p:tgtEl>
                              <p:spTgt spid="3">
                                <p:txEl>
                                  <p:pRg st="3" end="3"/>
                                </p:txEl>
                              </p:spTgt>
                            </p:tgtEl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slow">
    <p:fade/>
  </p:transition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https://www.techguru.in/best-phones-under-25k-2023</a:t>
            </a:r>
          </a:p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https://www.mobilecompare.in/best-budget-smartphones-2023</a:t>
            </a:r>
          </a:p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https://gadgetsreview.in/best-phones-under-25k-2023</a:t>
            </a:r>
          </a:p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https://mobileinsights.in/top-5-phones-under-25k</a:t>
            </a:r>
          </a:p>
          <a:p>
            <a:pPr>
              <a:spcBef>
                <a:spcPts val="600"/>
              </a:spcBef>
              <a:defRPr sz="1400">
                <a:solidFill>
                  <a:srgbClr val="B4B4B4"/>
                </a:solidFill>
                <a:latin typeface="Arial"/>
              </a:defRPr>
            </a:pPr>
            <a:r>
              <a:t>https://reviews.techaddicts.in/best-phones-under-25k-in-2023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