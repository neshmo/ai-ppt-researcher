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FEA00"/>
                </a:solidFill>
                <a:latin typeface="Roboto"/>
              </a:defRPr>
            </a:pPr>
            <a:r>
              <a:t>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EA00"/>
                </a:solidFill>
                <a:latin typeface="Roboto"/>
              </a:defRPr>
            </a:pPr>
            <a:r>
              <a:t>Exploring Multifaceted Effects on Society, Economy, and Environment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Introduction to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Definition of impact in various contexts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Importance of measuring impact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Overview of factors influencing impact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Scope of our study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Economic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Global GDP growth reached 3.5%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Impactful policies driving growth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Case studies in economic impact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Balancing profit and purpose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Social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25% increase in community engagement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Role of social initiatives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Assessing social impact quantitatively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Connecting social change to corporate strategies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Environmental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15% reduction in carbon emissions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Evaluating environmental policies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Long-term sustainability strategies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Corporate responsibility in environmental impact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Trends in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Focus on sustainability in governance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Increasing interest in social impact investing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Technological advancements in impact measurement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Case examples of emerging trends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Challenges in Measuring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Quantifying social and environmental impacts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Industry resistance to regulation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Lack of standardized measurement metrics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Addressing skepticism in impact reporting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Opportunities for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Emergence of new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Potential for public-private partnerships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Rising demand for responsible business practices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Innovative approaches to enhance impact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Stakeholder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Importance of stakeholder involvement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Methods for effective engagement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Building trust with communities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Feedback loops for continual improvement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Data Analysis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Quantitative vs Qualitative data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Data collection methods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Leveraging analytics for impact assessment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Tools for measuring impact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Highlighting successful impactful initiatives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Lessons learned from failures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Comparative analysis of impact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Developing best practices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Chart of 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Visual representation of market size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Projection of growth trajectory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Market share analysis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Competitive landscape review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Recommendations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Integrate sustainability metrics into frameworks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Invest in measurement technologies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Foster public-private partnerships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Actionable steps for implementation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Predictions for the next 5 years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Sustainability as a corporate mantra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Adapting to changing social expectations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Emphasizing transparency and accountability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Impact analysis is crucial for sustainable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Harnessing technology will enhance future efforts.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