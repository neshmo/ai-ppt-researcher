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FEA00"/>
                </a:solidFill>
                <a:latin typeface="Roboto"/>
              </a:defRPr>
            </a:pPr>
            <a:r>
              <a:t>Future of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FEA00"/>
                </a:solidFill>
                <a:latin typeface="Roboto"/>
              </a:defRPr>
            </a:pPr>
            <a:r>
              <a:t>Navigating the Evolving Workplace Landscape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Overview of the Future of Work theme.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Importance of adapting to evolving work environments.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Impact of technology on job roles.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Growing relevance of remote work.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Technological Advancements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AI is reshaping traditional job roles.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Automation improving efficiency in tasks.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Need for upskilling in emerging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Integration of collaborative tools in workflows.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Remote Work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70% of employees prefer flexible working options.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Hybrid models becoming standard practice.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Increased reliance on digital communication.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Impact on employee satisfaction and productivity.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Employee Well-being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Organizations prioritizing work-life balance.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Importance of mental health initiatives.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Programs promoting physical well-being gain traction.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Flexible work hours contributing to job satisfaction.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Gig Economy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Freelancers projected to be 50% of the U.S. workforce by 2027.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Flexibility in workforce engagement.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Skills diversification among gig workers.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Implications for traditional employment models.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Challenges in the Modern Workplace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Rapid technological shifts create adaptation hurdles.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Maintaining company culture in remote settings.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Addressing equity in remote work access.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Navigating cybersecurity challenges.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Opportunities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Leveraging global talent pools remotely.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Innovating business models for flexibility.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Emphasizing diversity and inclusion initiatives.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Potential for new service offerings.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Increased frequency of automation in operations.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Analytics-driven decision making on the rise.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Sustainability considerations influencing employment.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Corporate responsibility shaping employer branding.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Market Size and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Market size projected growth trends.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Analysis of competitive positioning.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Identifying key market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Strategic recommendations based on insights.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Competitor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Strength analysis of key competitors.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Market share distribution among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Identifying competitive advantages.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Benchmarking against industry standards.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Statistics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70% remote work preference among employees.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50% gig economy projection for 2027.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Growth in new job roles driven by technology.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Analysis of workforce demographics.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Solution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Invest in employee training programs.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Develop policies for remote work inclusivity.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Enhance mental health support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Leverage technology for effective collaboration.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Future of work offers diverse opportunities.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Adaptability will be key to success.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Emphasizing employee well-being is crucial.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Strategic foresight can drive growth.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058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The workplace landscape is transforming rapidly.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Roboto"/>
              </a:defRPr>
            </a:pPr>
            <a:r>
              <a:t>• Organizations must embrace change for future success.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733" y="1417320"/>
            <a:ext cx="4612228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EA00"/>
                </a:solidFill>
                <a:latin typeface="Roboto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975" y="1417320"/>
            <a:ext cx="7873744" cy="48463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